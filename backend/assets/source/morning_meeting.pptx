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Coming Soon"/>
      <p:regular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mingSoon-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095be09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095be09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81c5a9b16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81c5a9b16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81c5a9b16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81c5a9b16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1c5a9b16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1c5a9b16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81c5a9b16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81c5a9b16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dce3416c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dce3416c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dce3416c9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dce3416c9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ce3416c9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dce3416c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1968cd1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1968cd1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1c5a9b16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81c5a9b16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81c5a9b16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81c5a9b16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1c5a9b16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1c5a9b16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1c5a9b165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81c5a9b165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81c5a9b165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81c5a9b165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81c5a9b165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81c5a9b165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81c5a9b16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81c5a9b16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81c5a9b165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81c5a9b16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81c5a9b165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81c5a9b165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1c5a9b165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1c5a9b165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81c5a9b165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81c5a9b165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1c5a9b165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1c5a9b165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81c5a9b165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81c5a9b165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81c5a9b165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81c5a9b16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81c5a9b16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81c5a9b16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81c5a9b165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81c5a9b16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eab07a4c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eab07a4c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995f344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8995f344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6eab07a4c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6eab07a4c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6eab07a4c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6eab07a4c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b7834d9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bb7834d9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8995f344d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8995f344d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b7834d9e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bb7834d9e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995f344d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995f344d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84996ee8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84996ee8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youtube.com/watch?v=TFVjU-dsIM8"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image" Target="../media/image12.png"/><Relationship Id="rId13" Type="http://schemas.openxmlformats.org/officeDocument/2006/relationships/slide" Target="/ppt/slides/slide23.xml"/><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slide" Target="/ppt/slides/slide17.xml"/><Relationship Id="rId14" Type="http://schemas.openxmlformats.org/officeDocument/2006/relationships/image" Target="../media/image14.png"/><Relationship Id="rId5" Type="http://schemas.openxmlformats.org/officeDocument/2006/relationships/slide" Target="/ppt/slides/slide11.xml"/><Relationship Id="rId6" Type="http://schemas.openxmlformats.org/officeDocument/2006/relationships/image" Target="../media/image10.png"/><Relationship Id="rId7" Type="http://schemas.openxmlformats.org/officeDocument/2006/relationships/slide" Target="/ppt/slides/slide14.xml"/><Relationship Id="rId8"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3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19.png"/><Relationship Id="rId9" Type="http://schemas.openxmlformats.org/officeDocument/2006/relationships/image" Target="../media/image33.png"/><Relationship Id="rId15" Type="http://schemas.openxmlformats.org/officeDocument/2006/relationships/image" Target="../media/image24.png"/><Relationship Id="rId14" Type="http://schemas.openxmlformats.org/officeDocument/2006/relationships/image" Target="../media/image34.png"/><Relationship Id="rId17" Type="http://schemas.openxmlformats.org/officeDocument/2006/relationships/slide" Target="/ppt/slides/slide26.xml"/><Relationship Id="rId16"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4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21.png"/><Relationship Id="rId10" Type="http://schemas.openxmlformats.org/officeDocument/2006/relationships/image" Target="../media/image28.png"/><Relationship Id="rId21" Type="http://schemas.openxmlformats.org/officeDocument/2006/relationships/slide" Target="/ppt/slides/slide26.xml"/><Relationship Id="rId13" Type="http://schemas.openxmlformats.org/officeDocument/2006/relationships/image" Target="../media/image33.png"/><Relationship Id="rId12"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19.png"/><Relationship Id="rId9" Type="http://schemas.openxmlformats.org/officeDocument/2006/relationships/image" Target="../media/image23.png"/><Relationship Id="rId15" Type="http://schemas.openxmlformats.org/officeDocument/2006/relationships/image" Target="../media/image30.png"/><Relationship Id="rId14" Type="http://schemas.openxmlformats.org/officeDocument/2006/relationships/image" Target="../media/image27.png"/><Relationship Id="rId17" Type="http://schemas.openxmlformats.org/officeDocument/2006/relationships/image" Target="../media/image26.png"/><Relationship Id="rId16" Type="http://schemas.openxmlformats.org/officeDocument/2006/relationships/image" Target="../media/image31.png"/><Relationship Id="rId5" Type="http://schemas.openxmlformats.org/officeDocument/2006/relationships/image" Target="../media/image32.png"/><Relationship Id="rId19" Type="http://schemas.openxmlformats.org/officeDocument/2006/relationships/image" Target="../media/image24.png"/><Relationship Id="rId6" Type="http://schemas.openxmlformats.org/officeDocument/2006/relationships/image" Target="../media/image39.png"/><Relationship Id="rId18" Type="http://schemas.openxmlformats.org/officeDocument/2006/relationships/image" Target="../media/image34.png"/><Relationship Id="rId7" Type="http://schemas.openxmlformats.org/officeDocument/2006/relationships/image" Target="../media/image36.png"/><Relationship Id="rId8"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4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30.png"/><Relationship Id="rId13" Type="http://schemas.openxmlformats.org/officeDocument/2006/relationships/image" Target="../media/image34.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9.png"/><Relationship Id="rId9" Type="http://schemas.openxmlformats.org/officeDocument/2006/relationships/image" Target="../media/image27.png"/><Relationship Id="rId15" Type="http://schemas.openxmlformats.org/officeDocument/2006/relationships/image" Target="../media/image25.png"/><Relationship Id="rId14" Type="http://schemas.openxmlformats.org/officeDocument/2006/relationships/image" Target="../media/image24.png"/><Relationship Id="rId17" Type="http://schemas.openxmlformats.org/officeDocument/2006/relationships/image" Target="../media/image33.png"/><Relationship Id="rId16" Type="http://schemas.openxmlformats.org/officeDocument/2006/relationships/slide" Target="/ppt/slides/slide26.xml"/><Relationship Id="rId5" Type="http://schemas.openxmlformats.org/officeDocument/2006/relationships/image" Target="../media/image23.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4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6.png"/><Relationship Id="rId9" Type="http://schemas.openxmlformats.org/officeDocument/2006/relationships/image" Target="../media/image33.png"/><Relationship Id="rId15" Type="http://schemas.openxmlformats.org/officeDocument/2006/relationships/image" Target="../media/image24.png"/><Relationship Id="rId14" Type="http://schemas.openxmlformats.org/officeDocument/2006/relationships/image" Target="../media/image34.png"/><Relationship Id="rId17" Type="http://schemas.openxmlformats.org/officeDocument/2006/relationships/slide" Target="/ppt/slides/slide26.xml"/><Relationship Id="rId16"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4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8.png"/><Relationship Id="rId9" Type="http://schemas.openxmlformats.org/officeDocument/2006/relationships/image" Target="../media/image33.png"/><Relationship Id="rId15" Type="http://schemas.openxmlformats.org/officeDocument/2006/relationships/image" Target="../media/image24.png"/><Relationship Id="rId14" Type="http://schemas.openxmlformats.org/officeDocument/2006/relationships/image" Target="../media/image34.png"/><Relationship Id="rId17" Type="http://schemas.openxmlformats.org/officeDocument/2006/relationships/slide" Target="/ppt/slides/slide26.xml"/><Relationship Id="rId16"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www.youtube.com/watch?v=8v1Xb186kH8" TargetMode="External"/><Relationship Id="rId4" Type="http://schemas.openxmlformats.org/officeDocument/2006/relationships/image" Target="../media/image4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www.youtube.com/watch?v=PWJAmyhxmVc" TargetMode="External"/><Relationship Id="rId4" Type="http://schemas.openxmlformats.org/officeDocument/2006/relationships/image" Target="../media/image4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Good Morning everyone! Our hello song is great as a circle time activity for toddlers, preschoolers or kindergarten children at home or in the classroom! Enjoy!&#10;&#10;♥︎ If you want to enjoy more of our kids songs and videos, then please subscribe to support our YouTube channel here : https://radi.al/TheKiboomers&#10;&#10;&quot;GOOD MORNING SONG LYRICS&quot; &#10;&#10;'Good Morning! &#10;Good Morning&#10;How are you?&#10;How are you?&#10;It's so nice to have you here with me today.&#10;&#10;Good Morning! &#10;Good morning&#10;How are you?&#10;Just fine!&#10;Howdy, how do you do, hello, good day!&#10;&#10;Now that we're together, learning so much fun,&#10;The more of us the better, so come on everyone!&#10;&#10;Good Morning! &#10;Good morning&#10;How are you?&#10;Just fine!&#10;Howdy, how do you do, hello, good day!&#10;&#10;Good Morning! &#10;Good Morning&#10;How are you?&#10;How are you?&#10;It's so nice to have you here with me today.&#10;&#10;Good Morning! &#10;Good morning&#10;How are you?&#10;Just fine!&#10;Howdy, how do you do, hello, good day!&#10;&#10;Now that we're together, learning so much fun,&#10;The more of us the better, so come on everyone!&#10;&#10;Good Morning! &#10;Good morning&#10;How are you?&#10;Just fine!&#10;Howdy, how do you do, hello, good day!&#10;Howdy, how do you do, hello, good day!&#10;&#10;*******************************************&#10;Keep on Bouncing with The Kiboomers! &#10;Here's a few of our other most popular learning songs from The Kiboomers crew.&#10;&#10;Party Freeze Dance Song ♥︎  https://www.youtube.com/watch?v=2UcZWXvgMZE&#10;Going on a Bear Hunt ♥︎  https://www.youtube.com/watch?v=5_ShP3fiEhU&#10;Floor Is Lava Song ♥︎  https://www.youtube.com/watch?v=wbNAiN8FTfc&#10;If You’re Happy and You Know It ♥︎  https://www.youtube.com/watch?v=WHQ1MMqXTw4&#10;Going on a Lion Hunt ♥︎  https://www.youtube.com/watch?v=03i5v1PS7P4&#10; &#10;For Official Merch From “The Kiboomers” visit: https://www.wickedmilk.com/store/the-kiboomers/&#10; &#10;Do your kids like Cocomelon, Baby Bus, Bounce Patrol or The Wiggles? Do they love dancing around to catchy tunes like If You’re Happy and You Know It or Baby Shark? If so - they’ll love The Kiboomers! The Kiboomers offer educational songs and learning videos catered to young children as they play, laugh, learn and grow. Your toddlers, preschoolers and kindergarten kids will have fun learning about letters, numbers, colors and shapes as they dance and sing along with their favorite Kiboomers character! Whether it’s learning their ABC’s or Going on a Bear Hunt, they’re sure to have fun, laugh and smile as they grow!&#10; &#10;The Kiboomers on Instagram: https://www.instagram.com/TheKiboomers/&#10;The Kiboomers on Facebook: https://www.facebook.com/TheKiboomers/&#10; &#10;Stream or purchase songs from The Kiboomers:&#10;Spotify: https://open.spotify.com/artist/1qKLikeNYpQFSsDAjg7HpI&#10;Apple Music: https://music.apple.com/us/artist/the-kiboomers/395585033&#10;Amazon Music: https://www.amazon.com/The-Kiboomers/e/B01DMOO0TW&#10;Soundcloud: https://soundcloud.com/kiboomu&#10; &#10;© 2023 The Kiboomers Inc. All Rights Reserved." id="56" name="Google Shape;56;p13" title="Good Morning Song - THE KIBOOMERS Preschool Songs for Circle Time">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0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5513779" y="152400"/>
            <a:ext cx="3477821" cy="2419350"/>
          </a:xfrm>
          <a:prstGeom prst="rect">
            <a:avLst/>
          </a:prstGeom>
          <a:noFill/>
          <a:ln>
            <a:noFill/>
          </a:ln>
        </p:spPr>
      </p:pic>
      <p:pic>
        <p:nvPicPr>
          <p:cNvPr id="62" name="Google Shape;62;p14"/>
          <p:cNvPicPr preferRelativeResize="0"/>
          <p:nvPr/>
        </p:nvPicPr>
        <p:blipFill>
          <a:blip r:embed="rId4">
            <a:alphaModFix/>
          </a:blip>
          <a:stretch>
            <a:fillRect/>
          </a:stretch>
        </p:blipFill>
        <p:spPr>
          <a:xfrm>
            <a:off x="152400" y="152400"/>
            <a:ext cx="3338221" cy="483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913450" y="204900"/>
            <a:ext cx="6909069" cy="4838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152400" y="152400"/>
            <a:ext cx="3470175" cy="5029991"/>
          </a:xfrm>
          <a:prstGeom prst="rect">
            <a:avLst/>
          </a:prstGeom>
          <a:noFill/>
          <a:ln>
            <a:noFill/>
          </a:ln>
        </p:spPr>
      </p:pic>
      <p:pic>
        <p:nvPicPr>
          <p:cNvPr id="73" name="Google Shape;73;p16"/>
          <p:cNvPicPr preferRelativeResize="0"/>
          <p:nvPr/>
        </p:nvPicPr>
        <p:blipFill>
          <a:blip r:embed="rId4">
            <a:alphaModFix/>
          </a:blip>
          <a:stretch>
            <a:fillRect/>
          </a:stretch>
        </p:blipFill>
        <p:spPr>
          <a:xfrm>
            <a:off x="5513779" y="152400"/>
            <a:ext cx="3477821" cy="2419350"/>
          </a:xfrm>
          <a:prstGeom prst="rect">
            <a:avLst/>
          </a:prstGeom>
          <a:noFill/>
          <a:ln>
            <a:noFill/>
          </a:ln>
        </p:spPr>
      </p:pic>
      <p:pic>
        <p:nvPicPr>
          <p:cNvPr id="74" name="Google Shape;74;p16"/>
          <p:cNvPicPr preferRelativeResize="0"/>
          <p:nvPr/>
        </p:nvPicPr>
        <p:blipFill>
          <a:blip r:embed="rId5">
            <a:alphaModFix/>
          </a:blip>
          <a:stretch>
            <a:fillRect/>
          </a:stretch>
        </p:blipFill>
        <p:spPr>
          <a:xfrm>
            <a:off x="3344631" y="530325"/>
            <a:ext cx="673626" cy="7706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939675" y="152400"/>
            <a:ext cx="6985383" cy="49910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5" name="Google Shape;85;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6" name="Google Shape;86;p18"/>
          <p:cNvPicPr preferRelativeResize="0"/>
          <p:nvPr/>
        </p:nvPicPr>
        <p:blipFill>
          <a:blip r:embed="rId3">
            <a:alphaModFix/>
          </a:blip>
          <a:stretch>
            <a:fillRect/>
          </a:stretch>
        </p:blipFill>
        <p:spPr>
          <a:xfrm>
            <a:off x="918326" y="0"/>
            <a:ext cx="7307384"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3" name="Google Shape;93;p19"/>
          <p:cNvPicPr preferRelativeResize="0"/>
          <p:nvPr/>
        </p:nvPicPr>
        <p:blipFill>
          <a:blip r:embed="rId3">
            <a:alphaModFix/>
          </a:blip>
          <a:stretch>
            <a:fillRect/>
          </a:stretch>
        </p:blipFill>
        <p:spPr>
          <a:xfrm>
            <a:off x="918326" y="0"/>
            <a:ext cx="7307384"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9" name="Google Shape;99;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0" name="Google Shape;100;p20"/>
          <p:cNvPicPr preferRelativeResize="0"/>
          <p:nvPr/>
        </p:nvPicPr>
        <p:blipFill>
          <a:blip r:embed="rId3">
            <a:alphaModFix/>
          </a:blip>
          <a:stretch>
            <a:fillRect/>
          </a:stretch>
        </p:blipFill>
        <p:spPr>
          <a:xfrm>
            <a:off x="918326" y="0"/>
            <a:ext cx="7307384"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1"/>
          <p:cNvPicPr preferRelativeResize="0"/>
          <p:nvPr/>
        </p:nvPicPr>
        <p:blipFill>
          <a:blip r:embed="rId3">
            <a:alphaModFix/>
          </a:blip>
          <a:stretch>
            <a:fillRect/>
          </a:stretch>
        </p:blipFill>
        <p:spPr>
          <a:xfrm>
            <a:off x="655375" y="152400"/>
            <a:ext cx="7833239"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2"/>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111" name="Google Shape;111;p22"/>
          <p:cNvPicPr preferRelativeResize="0"/>
          <p:nvPr/>
        </p:nvPicPr>
        <p:blipFill>
          <a:blip r:embed="rId4">
            <a:alphaModFix/>
          </a:blip>
          <a:stretch>
            <a:fillRect/>
          </a:stretch>
        </p:blipFill>
        <p:spPr>
          <a:xfrm>
            <a:off x="3248381" y="423400"/>
            <a:ext cx="673626" cy="770698"/>
          </a:xfrm>
          <a:prstGeom prst="rect">
            <a:avLst/>
          </a:prstGeom>
          <a:noFill/>
          <a:ln>
            <a:noFill/>
          </a:ln>
        </p:spPr>
      </p:pic>
      <p:pic>
        <p:nvPicPr>
          <p:cNvPr id="112" name="Google Shape;112;p22"/>
          <p:cNvPicPr preferRelativeResize="0"/>
          <p:nvPr/>
        </p:nvPicPr>
        <p:blipFill>
          <a:blip r:embed="rId4">
            <a:alphaModFix/>
          </a:blip>
          <a:stretch>
            <a:fillRect/>
          </a:stretch>
        </p:blipFill>
        <p:spPr>
          <a:xfrm>
            <a:off x="3194906" y="1010250"/>
            <a:ext cx="673626" cy="770698"/>
          </a:xfrm>
          <a:prstGeom prst="rect">
            <a:avLst/>
          </a:prstGeom>
          <a:noFill/>
          <a:ln>
            <a:noFill/>
          </a:ln>
        </p:spPr>
      </p:pic>
      <p:pic>
        <p:nvPicPr>
          <p:cNvPr id="113" name="Google Shape;113;p22">
            <a:hlinkClick action="ppaction://hlinksldjump" r:id="rId5"/>
          </p:cNvPr>
          <p:cNvPicPr preferRelativeResize="0"/>
          <p:nvPr/>
        </p:nvPicPr>
        <p:blipFill>
          <a:blip r:embed="rId6">
            <a:alphaModFix/>
          </a:blip>
          <a:stretch>
            <a:fillRect/>
          </a:stretch>
        </p:blipFill>
        <p:spPr>
          <a:xfrm>
            <a:off x="5462551" y="170350"/>
            <a:ext cx="1082275" cy="882675"/>
          </a:xfrm>
          <a:prstGeom prst="rect">
            <a:avLst/>
          </a:prstGeom>
          <a:noFill/>
          <a:ln>
            <a:noFill/>
          </a:ln>
        </p:spPr>
      </p:pic>
      <p:pic>
        <p:nvPicPr>
          <p:cNvPr id="114" name="Google Shape;114;p22">
            <a:hlinkClick action="ppaction://hlinksldjump" r:id="rId7"/>
          </p:cNvPr>
          <p:cNvPicPr preferRelativeResize="0"/>
          <p:nvPr/>
        </p:nvPicPr>
        <p:blipFill>
          <a:blip r:embed="rId8">
            <a:alphaModFix/>
          </a:blip>
          <a:stretch>
            <a:fillRect/>
          </a:stretch>
        </p:blipFill>
        <p:spPr>
          <a:xfrm>
            <a:off x="5462554" y="1115650"/>
            <a:ext cx="1082275" cy="874655"/>
          </a:xfrm>
          <a:prstGeom prst="rect">
            <a:avLst/>
          </a:prstGeom>
          <a:noFill/>
          <a:ln>
            <a:noFill/>
          </a:ln>
        </p:spPr>
      </p:pic>
      <p:pic>
        <p:nvPicPr>
          <p:cNvPr id="115" name="Google Shape;115;p22">
            <a:hlinkClick action="ppaction://hlinksldjump" r:id="rId9"/>
          </p:cNvPr>
          <p:cNvPicPr preferRelativeResize="0"/>
          <p:nvPr/>
        </p:nvPicPr>
        <p:blipFill>
          <a:blip r:embed="rId10">
            <a:alphaModFix/>
          </a:blip>
          <a:stretch>
            <a:fillRect/>
          </a:stretch>
        </p:blipFill>
        <p:spPr>
          <a:xfrm>
            <a:off x="5462550" y="2052924"/>
            <a:ext cx="1082275" cy="893097"/>
          </a:xfrm>
          <a:prstGeom prst="rect">
            <a:avLst/>
          </a:prstGeom>
          <a:noFill/>
          <a:ln>
            <a:noFill/>
          </a:ln>
        </p:spPr>
      </p:pic>
      <p:pic>
        <p:nvPicPr>
          <p:cNvPr id="116" name="Google Shape;116;p22">
            <a:hlinkClick action="ppaction://hlinksldjump" r:id="rId11"/>
          </p:cNvPr>
          <p:cNvPicPr preferRelativeResize="0"/>
          <p:nvPr/>
        </p:nvPicPr>
        <p:blipFill>
          <a:blip r:embed="rId12">
            <a:alphaModFix/>
          </a:blip>
          <a:stretch>
            <a:fillRect/>
          </a:stretch>
        </p:blipFill>
        <p:spPr>
          <a:xfrm>
            <a:off x="5462550" y="3008650"/>
            <a:ext cx="1082275" cy="878000"/>
          </a:xfrm>
          <a:prstGeom prst="rect">
            <a:avLst/>
          </a:prstGeom>
          <a:noFill/>
          <a:ln>
            <a:noFill/>
          </a:ln>
        </p:spPr>
      </p:pic>
      <p:pic>
        <p:nvPicPr>
          <p:cNvPr id="117" name="Google Shape;117;p22">
            <a:hlinkClick action="ppaction://hlinksldjump" r:id="rId13"/>
          </p:cNvPr>
          <p:cNvPicPr preferRelativeResize="0"/>
          <p:nvPr/>
        </p:nvPicPr>
        <p:blipFill>
          <a:blip r:embed="rId14">
            <a:alphaModFix/>
          </a:blip>
          <a:stretch>
            <a:fillRect/>
          </a:stretch>
        </p:blipFill>
        <p:spPr>
          <a:xfrm>
            <a:off x="5462550" y="3949275"/>
            <a:ext cx="1082275" cy="8763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3"/>
          <p:cNvPicPr preferRelativeResize="0"/>
          <p:nvPr/>
        </p:nvPicPr>
        <p:blipFill>
          <a:blip r:embed="rId3">
            <a:alphaModFix/>
          </a:blip>
          <a:stretch>
            <a:fillRect/>
          </a:stretch>
        </p:blipFill>
        <p:spPr>
          <a:xfrm>
            <a:off x="188200" y="2931250"/>
            <a:ext cx="9053000" cy="2112700"/>
          </a:xfrm>
          <a:prstGeom prst="rect">
            <a:avLst/>
          </a:prstGeom>
          <a:noFill/>
          <a:ln>
            <a:noFill/>
          </a:ln>
        </p:spPr>
      </p:pic>
      <p:sp>
        <p:nvSpPr>
          <p:cNvPr id="123" name="Google Shape;123;p23"/>
          <p:cNvSpPr/>
          <p:nvPr/>
        </p:nvSpPr>
        <p:spPr>
          <a:xfrm>
            <a:off x="467825" y="1993650"/>
            <a:ext cx="779700" cy="11562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 name="Google Shape;124;p23"/>
          <p:cNvPicPr preferRelativeResize="0"/>
          <p:nvPr/>
        </p:nvPicPr>
        <p:blipFill>
          <a:blip r:embed="rId4">
            <a:alphaModFix/>
          </a:blip>
          <a:stretch>
            <a:fillRect/>
          </a:stretch>
        </p:blipFill>
        <p:spPr>
          <a:xfrm>
            <a:off x="3360174" y="152400"/>
            <a:ext cx="3049850" cy="1652324"/>
          </a:xfrm>
          <a:prstGeom prst="rect">
            <a:avLst/>
          </a:prstGeom>
          <a:noFill/>
          <a:ln>
            <a:noFill/>
          </a:ln>
        </p:spPr>
      </p:pic>
      <p:pic>
        <p:nvPicPr>
          <p:cNvPr id="125" name="Google Shape;125;p23" title="MondaySIG.jpg"/>
          <p:cNvPicPr preferRelativeResize="0"/>
          <p:nvPr/>
        </p:nvPicPr>
        <p:blipFill>
          <a:blip r:embed="rId5">
            <a:alphaModFix/>
          </a:blip>
          <a:stretch>
            <a:fillRect/>
          </a:stretch>
        </p:blipFill>
        <p:spPr>
          <a:xfrm>
            <a:off x="280100" y="200575"/>
            <a:ext cx="2840699" cy="15743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4"/>
          <p:cNvPicPr preferRelativeResize="0"/>
          <p:nvPr/>
        </p:nvPicPr>
        <p:blipFill>
          <a:blip r:embed="rId3">
            <a:alphaModFix/>
          </a:blip>
          <a:stretch>
            <a:fillRect/>
          </a:stretch>
        </p:blipFill>
        <p:spPr>
          <a:xfrm>
            <a:off x="1565199" y="431450"/>
            <a:ext cx="6473325" cy="4496349"/>
          </a:xfrm>
          <a:prstGeom prst="rect">
            <a:avLst/>
          </a:prstGeom>
          <a:noFill/>
          <a:ln>
            <a:noFill/>
          </a:ln>
        </p:spPr>
      </p:pic>
      <p:sp>
        <p:nvSpPr>
          <p:cNvPr id="131" name="Google Shape;131;p24"/>
          <p:cNvSpPr/>
          <p:nvPr/>
        </p:nvSpPr>
        <p:spPr>
          <a:xfrm rot="-10797619">
            <a:off x="4585266" y="4623140"/>
            <a:ext cx="433200" cy="5202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224325" y="135800"/>
            <a:ext cx="7048475" cy="4858950"/>
          </a:xfrm>
          <a:prstGeom prst="rect">
            <a:avLst/>
          </a:prstGeom>
          <a:noFill/>
          <a:ln>
            <a:noFill/>
          </a:ln>
        </p:spPr>
      </p:pic>
      <p:pic>
        <p:nvPicPr>
          <p:cNvPr id="137" name="Google Shape;137;p25"/>
          <p:cNvPicPr preferRelativeResize="0"/>
          <p:nvPr/>
        </p:nvPicPr>
        <p:blipFill>
          <a:blip r:embed="rId4">
            <a:alphaModFix/>
          </a:blip>
          <a:stretch>
            <a:fillRect/>
          </a:stretch>
        </p:blipFill>
        <p:spPr>
          <a:xfrm>
            <a:off x="403550" y="2691100"/>
            <a:ext cx="1440000" cy="2023200"/>
          </a:xfrm>
          <a:prstGeom prst="rect">
            <a:avLst/>
          </a:prstGeom>
          <a:noFill/>
          <a:ln>
            <a:noFill/>
          </a:ln>
        </p:spPr>
      </p:pic>
      <p:sp>
        <p:nvSpPr>
          <p:cNvPr id="138" name="Google Shape;138;p25"/>
          <p:cNvSpPr txBox="1"/>
          <p:nvPr/>
        </p:nvSpPr>
        <p:spPr>
          <a:xfrm>
            <a:off x="2181925" y="3163175"/>
            <a:ext cx="1242900" cy="11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7th</a:t>
            </a:r>
            <a:endParaRPr sz="5000">
              <a:latin typeface="Coming Soon"/>
              <a:ea typeface="Coming Soon"/>
              <a:cs typeface="Coming Soon"/>
              <a:sym typeface="Coming Soon"/>
            </a:endParaRPr>
          </a:p>
        </p:txBody>
      </p:sp>
      <p:sp>
        <p:nvSpPr>
          <p:cNvPr id="139" name="Google Shape;139;p25"/>
          <p:cNvSpPr txBox="1"/>
          <p:nvPr/>
        </p:nvSpPr>
        <p:spPr>
          <a:xfrm>
            <a:off x="5432350" y="3241963"/>
            <a:ext cx="1747200" cy="9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2026</a:t>
            </a:r>
            <a:endParaRPr sz="5000">
              <a:latin typeface="Coming Soon"/>
              <a:ea typeface="Coming Soon"/>
              <a:cs typeface="Coming Soon"/>
              <a:sym typeface="Coming Soon"/>
            </a:endParaRPr>
          </a:p>
        </p:txBody>
      </p:sp>
      <p:pic>
        <p:nvPicPr>
          <p:cNvPr id="140" name="Google Shape;140;p25"/>
          <p:cNvPicPr preferRelativeResize="0"/>
          <p:nvPr/>
        </p:nvPicPr>
        <p:blipFill>
          <a:blip r:embed="rId5">
            <a:alphaModFix/>
          </a:blip>
          <a:stretch>
            <a:fillRect/>
          </a:stretch>
        </p:blipFill>
        <p:spPr>
          <a:xfrm>
            <a:off x="10277475" y="50813"/>
            <a:ext cx="1440000" cy="2008678"/>
          </a:xfrm>
          <a:prstGeom prst="rect">
            <a:avLst/>
          </a:prstGeom>
          <a:noFill/>
          <a:ln>
            <a:noFill/>
          </a:ln>
        </p:spPr>
      </p:pic>
      <p:pic>
        <p:nvPicPr>
          <p:cNvPr id="141" name="Google Shape;141;p25"/>
          <p:cNvPicPr preferRelativeResize="0"/>
          <p:nvPr/>
        </p:nvPicPr>
        <p:blipFill>
          <a:blip r:embed="rId6">
            <a:alphaModFix/>
          </a:blip>
          <a:stretch>
            <a:fillRect/>
          </a:stretch>
        </p:blipFill>
        <p:spPr>
          <a:xfrm>
            <a:off x="11182638" y="644363"/>
            <a:ext cx="1440000" cy="1971913"/>
          </a:xfrm>
          <a:prstGeom prst="rect">
            <a:avLst/>
          </a:prstGeom>
          <a:noFill/>
          <a:ln>
            <a:noFill/>
          </a:ln>
        </p:spPr>
      </p:pic>
      <p:pic>
        <p:nvPicPr>
          <p:cNvPr id="142" name="Google Shape;142;p25"/>
          <p:cNvPicPr preferRelativeResize="0"/>
          <p:nvPr/>
        </p:nvPicPr>
        <p:blipFill>
          <a:blip r:embed="rId7">
            <a:alphaModFix/>
          </a:blip>
          <a:stretch>
            <a:fillRect/>
          </a:stretch>
        </p:blipFill>
        <p:spPr>
          <a:xfrm>
            <a:off x="10902463" y="2571750"/>
            <a:ext cx="1440000" cy="1974582"/>
          </a:xfrm>
          <a:prstGeom prst="rect">
            <a:avLst/>
          </a:prstGeom>
          <a:noFill/>
          <a:ln>
            <a:noFill/>
          </a:ln>
        </p:spPr>
      </p:pic>
      <p:pic>
        <p:nvPicPr>
          <p:cNvPr id="143" name="Google Shape;143;p25"/>
          <p:cNvPicPr preferRelativeResize="0"/>
          <p:nvPr/>
        </p:nvPicPr>
        <p:blipFill>
          <a:blip r:embed="rId8">
            <a:alphaModFix/>
          </a:blip>
          <a:stretch>
            <a:fillRect/>
          </a:stretch>
        </p:blipFill>
        <p:spPr>
          <a:xfrm>
            <a:off x="11015475" y="973700"/>
            <a:ext cx="1440000" cy="1972437"/>
          </a:xfrm>
          <a:prstGeom prst="rect">
            <a:avLst/>
          </a:prstGeom>
          <a:noFill/>
          <a:ln>
            <a:noFill/>
          </a:ln>
        </p:spPr>
      </p:pic>
      <p:pic>
        <p:nvPicPr>
          <p:cNvPr id="144" name="Google Shape;144;p25"/>
          <p:cNvPicPr preferRelativeResize="0"/>
          <p:nvPr/>
        </p:nvPicPr>
        <p:blipFill>
          <a:blip r:embed="rId9">
            <a:alphaModFix/>
          </a:blip>
          <a:stretch>
            <a:fillRect/>
          </a:stretch>
        </p:blipFill>
        <p:spPr>
          <a:xfrm>
            <a:off x="10830650" y="951263"/>
            <a:ext cx="1440000" cy="2017298"/>
          </a:xfrm>
          <a:prstGeom prst="rect">
            <a:avLst/>
          </a:prstGeom>
          <a:noFill/>
          <a:ln>
            <a:noFill/>
          </a:ln>
        </p:spPr>
      </p:pic>
      <p:pic>
        <p:nvPicPr>
          <p:cNvPr id="145" name="Google Shape;145;p25"/>
          <p:cNvPicPr preferRelativeResize="0"/>
          <p:nvPr/>
        </p:nvPicPr>
        <p:blipFill>
          <a:blip r:embed="rId10">
            <a:alphaModFix/>
          </a:blip>
          <a:stretch>
            <a:fillRect/>
          </a:stretch>
        </p:blipFill>
        <p:spPr>
          <a:xfrm>
            <a:off x="10467900" y="466800"/>
            <a:ext cx="1484275" cy="1971900"/>
          </a:xfrm>
          <a:prstGeom prst="rect">
            <a:avLst/>
          </a:prstGeom>
          <a:noFill/>
          <a:ln>
            <a:noFill/>
          </a:ln>
        </p:spPr>
      </p:pic>
      <p:pic>
        <p:nvPicPr>
          <p:cNvPr id="146" name="Google Shape;146;p25"/>
          <p:cNvPicPr preferRelativeResize="0"/>
          <p:nvPr/>
        </p:nvPicPr>
        <p:blipFill>
          <a:blip r:embed="rId11">
            <a:alphaModFix/>
          </a:blip>
          <a:stretch>
            <a:fillRect/>
          </a:stretch>
        </p:blipFill>
        <p:spPr>
          <a:xfrm>
            <a:off x="11089850" y="-127588"/>
            <a:ext cx="1368246" cy="1925325"/>
          </a:xfrm>
          <a:prstGeom prst="rect">
            <a:avLst/>
          </a:prstGeom>
          <a:noFill/>
          <a:ln>
            <a:noFill/>
          </a:ln>
        </p:spPr>
      </p:pic>
      <p:pic>
        <p:nvPicPr>
          <p:cNvPr id="147" name="Google Shape;147;p25"/>
          <p:cNvPicPr preferRelativeResize="0"/>
          <p:nvPr/>
        </p:nvPicPr>
        <p:blipFill>
          <a:blip r:embed="rId12">
            <a:alphaModFix/>
          </a:blip>
          <a:stretch>
            <a:fillRect/>
          </a:stretch>
        </p:blipFill>
        <p:spPr>
          <a:xfrm>
            <a:off x="11116688" y="1647238"/>
            <a:ext cx="1440000" cy="1989153"/>
          </a:xfrm>
          <a:prstGeom prst="rect">
            <a:avLst/>
          </a:prstGeom>
          <a:noFill/>
          <a:ln>
            <a:noFill/>
          </a:ln>
        </p:spPr>
      </p:pic>
      <p:pic>
        <p:nvPicPr>
          <p:cNvPr id="148" name="Google Shape;148;p25"/>
          <p:cNvPicPr preferRelativeResize="0"/>
          <p:nvPr/>
        </p:nvPicPr>
        <p:blipFill>
          <a:blip r:embed="rId13">
            <a:alphaModFix/>
          </a:blip>
          <a:stretch>
            <a:fillRect/>
          </a:stretch>
        </p:blipFill>
        <p:spPr>
          <a:xfrm>
            <a:off x="3852000" y="2741975"/>
            <a:ext cx="1440000" cy="2014507"/>
          </a:xfrm>
          <a:prstGeom prst="rect">
            <a:avLst/>
          </a:prstGeom>
          <a:noFill/>
          <a:ln>
            <a:noFill/>
          </a:ln>
        </p:spPr>
      </p:pic>
      <p:pic>
        <p:nvPicPr>
          <p:cNvPr id="149" name="Google Shape;149;p25"/>
          <p:cNvPicPr preferRelativeResize="0"/>
          <p:nvPr/>
        </p:nvPicPr>
        <p:blipFill>
          <a:blip r:embed="rId14">
            <a:alphaModFix/>
          </a:blip>
          <a:stretch>
            <a:fillRect/>
          </a:stretch>
        </p:blipFill>
        <p:spPr>
          <a:xfrm>
            <a:off x="11053975" y="1171375"/>
            <a:ext cx="1440000" cy="1991798"/>
          </a:xfrm>
          <a:prstGeom prst="rect">
            <a:avLst/>
          </a:prstGeom>
          <a:noFill/>
          <a:ln>
            <a:noFill/>
          </a:ln>
        </p:spPr>
      </p:pic>
      <p:pic>
        <p:nvPicPr>
          <p:cNvPr id="150" name="Google Shape;150;p25"/>
          <p:cNvPicPr preferRelativeResize="0"/>
          <p:nvPr/>
        </p:nvPicPr>
        <p:blipFill>
          <a:blip r:embed="rId15">
            <a:alphaModFix/>
          </a:blip>
          <a:stretch>
            <a:fillRect/>
          </a:stretch>
        </p:blipFill>
        <p:spPr>
          <a:xfrm>
            <a:off x="10673675" y="902637"/>
            <a:ext cx="1440000" cy="2043475"/>
          </a:xfrm>
          <a:prstGeom prst="rect">
            <a:avLst/>
          </a:prstGeom>
          <a:noFill/>
          <a:ln>
            <a:noFill/>
          </a:ln>
        </p:spPr>
      </p:pic>
      <p:pic>
        <p:nvPicPr>
          <p:cNvPr id="151" name="Google Shape;151;p25"/>
          <p:cNvPicPr preferRelativeResize="0"/>
          <p:nvPr/>
        </p:nvPicPr>
        <p:blipFill>
          <a:blip r:embed="rId16">
            <a:alphaModFix/>
          </a:blip>
          <a:stretch>
            <a:fillRect/>
          </a:stretch>
        </p:blipFill>
        <p:spPr>
          <a:xfrm>
            <a:off x="11182650" y="617400"/>
            <a:ext cx="1440000" cy="2025846"/>
          </a:xfrm>
          <a:prstGeom prst="rect">
            <a:avLst/>
          </a:prstGeom>
          <a:noFill/>
          <a:ln>
            <a:noFill/>
          </a:ln>
        </p:spPr>
      </p:pic>
      <p:sp>
        <p:nvSpPr>
          <p:cNvPr id="152" name="Google Shape;152;p25">
            <a:hlinkClick action="ppaction://hlinksldjump" r:id="rId17"/>
          </p:cNvPr>
          <p:cNvSpPr/>
          <p:nvPr/>
        </p:nvSpPr>
        <p:spPr>
          <a:xfrm>
            <a:off x="7478375" y="3747175"/>
            <a:ext cx="1167000" cy="70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6"/>
          <p:cNvPicPr preferRelativeResize="0"/>
          <p:nvPr/>
        </p:nvPicPr>
        <p:blipFill>
          <a:blip r:embed="rId3">
            <a:alphaModFix/>
          </a:blip>
          <a:stretch>
            <a:fillRect/>
          </a:stretch>
        </p:blipFill>
        <p:spPr>
          <a:xfrm>
            <a:off x="188200" y="2931250"/>
            <a:ext cx="9053000" cy="2112700"/>
          </a:xfrm>
          <a:prstGeom prst="rect">
            <a:avLst/>
          </a:prstGeom>
          <a:noFill/>
          <a:ln>
            <a:noFill/>
          </a:ln>
        </p:spPr>
      </p:pic>
      <p:sp>
        <p:nvSpPr>
          <p:cNvPr id="158" name="Google Shape;158;p26"/>
          <p:cNvSpPr/>
          <p:nvPr/>
        </p:nvSpPr>
        <p:spPr>
          <a:xfrm>
            <a:off x="1742825" y="2068725"/>
            <a:ext cx="779700" cy="13107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p26"/>
          <p:cNvPicPr preferRelativeResize="0"/>
          <p:nvPr/>
        </p:nvPicPr>
        <p:blipFill>
          <a:blip r:embed="rId4">
            <a:alphaModFix/>
          </a:blip>
          <a:stretch>
            <a:fillRect/>
          </a:stretch>
        </p:blipFill>
        <p:spPr>
          <a:xfrm>
            <a:off x="3360174" y="152400"/>
            <a:ext cx="3049850" cy="1652324"/>
          </a:xfrm>
          <a:prstGeom prst="rect">
            <a:avLst/>
          </a:prstGeom>
          <a:noFill/>
          <a:ln>
            <a:noFill/>
          </a:ln>
        </p:spPr>
      </p:pic>
      <p:pic>
        <p:nvPicPr>
          <p:cNvPr id="160" name="Google Shape;160;p26" title="TuesdaySIG.jpg"/>
          <p:cNvPicPr preferRelativeResize="0"/>
          <p:nvPr/>
        </p:nvPicPr>
        <p:blipFill>
          <a:blip r:embed="rId5">
            <a:alphaModFix/>
          </a:blip>
          <a:stretch>
            <a:fillRect/>
          </a:stretch>
        </p:blipFill>
        <p:spPr>
          <a:xfrm>
            <a:off x="152400" y="152400"/>
            <a:ext cx="2858004" cy="1763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7"/>
          <p:cNvPicPr preferRelativeResize="0"/>
          <p:nvPr/>
        </p:nvPicPr>
        <p:blipFill>
          <a:blip r:embed="rId3">
            <a:alphaModFix/>
          </a:blip>
          <a:stretch>
            <a:fillRect/>
          </a:stretch>
        </p:blipFill>
        <p:spPr>
          <a:xfrm>
            <a:off x="1565199" y="431450"/>
            <a:ext cx="6473325" cy="4496349"/>
          </a:xfrm>
          <a:prstGeom prst="rect">
            <a:avLst/>
          </a:prstGeom>
          <a:noFill/>
          <a:ln>
            <a:noFill/>
          </a:ln>
        </p:spPr>
      </p:pic>
      <p:sp>
        <p:nvSpPr>
          <p:cNvPr id="166" name="Google Shape;166;p27"/>
          <p:cNvSpPr/>
          <p:nvPr/>
        </p:nvSpPr>
        <p:spPr>
          <a:xfrm rot="-10797621">
            <a:off x="5855578" y="4623455"/>
            <a:ext cx="433500" cy="5199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p:cNvPicPr preferRelativeResize="0"/>
          <p:nvPr/>
        </p:nvPicPr>
        <p:blipFill>
          <a:blip r:embed="rId3">
            <a:alphaModFix/>
          </a:blip>
          <a:stretch>
            <a:fillRect/>
          </a:stretch>
        </p:blipFill>
        <p:spPr>
          <a:xfrm>
            <a:off x="224325" y="135800"/>
            <a:ext cx="7048475" cy="4858950"/>
          </a:xfrm>
          <a:prstGeom prst="rect">
            <a:avLst/>
          </a:prstGeom>
          <a:noFill/>
          <a:ln>
            <a:noFill/>
          </a:ln>
        </p:spPr>
      </p:pic>
      <p:pic>
        <p:nvPicPr>
          <p:cNvPr id="172" name="Google Shape;172;p28"/>
          <p:cNvPicPr preferRelativeResize="0"/>
          <p:nvPr/>
        </p:nvPicPr>
        <p:blipFill>
          <a:blip r:embed="rId4">
            <a:alphaModFix/>
          </a:blip>
          <a:stretch>
            <a:fillRect/>
          </a:stretch>
        </p:blipFill>
        <p:spPr>
          <a:xfrm>
            <a:off x="-1797975" y="1068150"/>
            <a:ext cx="1440000" cy="2023200"/>
          </a:xfrm>
          <a:prstGeom prst="rect">
            <a:avLst/>
          </a:prstGeom>
          <a:noFill/>
          <a:ln>
            <a:noFill/>
          </a:ln>
        </p:spPr>
      </p:pic>
      <p:pic>
        <p:nvPicPr>
          <p:cNvPr id="173" name="Google Shape;173;p28"/>
          <p:cNvPicPr preferRelativeResize="0"/>
          <p:nvPr/>
        </p:nvPicPr>
        <p:blipFill>
          <a:blip r:embed="rId5">
            <a:alphaModFix/>
          </a:blip>
          <a:stretch>
            <a:fillRect/>
          </a:stretch>
        </p:blipFill>
        <p:spPr>
          <a:xfrm>
            <a:off x="401763" y="2720563"/>
            <a:ext cx="1440000" cy="2003899"/>
          </a:xfrm>
          <a:prstGeom prst="rect">
            <a:avLst/>
          </a:prstGeom>
          <a:noFill/>
          <a:ln>
            <a:noFill/>
          </a:ln>
        </p:spPr>
      </p:pic>
      <p:pic>
        <p:nvPicPr>
          <p:cNvPr id="174" name="Google Shape;174;p28"/>
          <p:cNvPicPr preferRelativeResize="0"/>
          <p:nvPr/>
        </p:nvPicPr>
        <p:blipFill>
          <a:blip r:embed="rId6">
            <a:alphaModFix/>
          </a:blip>
          <a:stretch>
            <a:fillRect/>
          </a:stretch>
        </p:blipFill>
        <p:spPr>
          <a:xfrm>
            <a:off x="-1797975" y="996250"/>
            <a:ext cx="1440000" cy="1969766"/>
          </a:xfrm>
          <a:prstGeom prst="rect">
            <a:avLst/>
          </a:prstGeom>
          <a:noFill/>
          <a:ln>
            <a:noFill/>
          </a:ln>
        </p:spPr>
      </p:pic>
      <p:pic>
        <p:nvPicPr>
          <p:cNvPr id="175" name="Google Shape;175;p28"/>
          <p:cNvPicPr preferRelativeResize="0"/>
          <p:nvPr/>
        </p:nvPicPr>
        <p:blipFill>
          <a:blip r:embed="rId7">
            <a:alphaModFix/>
          </a:blip>
          <a:stretch>
            <a:fillRect/>
          </a:stretch>
        </p:blipFill>
        <p:spPr>
          <a:xfrm>
            <a:off x="-1700250" y="1415438"/>
            <a:ext cx="1440000" cy="1936800"/>
          </a:xfrm>
          <a:prstGeom prst="rect">
            <a:avLst/>
          </a:prstGeom>
          <a:noFill/>
          <a:ln>
            <a:noFill/>
          </a:ln>
        </p:spPr>
      </p:pic>
      <p:pic>
        <p:nvPicPr>
          <p:cNvPr id="176" name="Google Shape;176;p28"/>
          <p:cNvPicPr preferRelativeResize="0"/>
          <p:nvPr/>
        </p:nvPicPr>
        <p:blipFill>
          <a:blip r:embed="rId8">
            <a:alphaModFix/>
          </a:blip>
          <a:stretch>
            <a:fillRect/>
          </a:stretch>
        </p:blipFill>
        <p:spPr>
          <a:xfrm>
            <a:off x="-1997987" y="1311738"/>
            <a:ext cx="1440000" cy="1979102"/>
          </a:xfrm>
          <a:prstGeom prst="rect">
            <a:avLst/>
          </a:prstGeom>
          <a:noFill/>
          <a:ln>
            <a:noFill/>
          </a:ln>
        </p:spPr>
      </p:pic>
      <p:sp>
        <p:nvSpPr>
          <p:cNvPr id="177" name="Google Shape;177;p28"/>
          <p:cNvSpPr txBox="1"/>
          <p:nvPr/>
        </p:nvSpPr>
        <p:spPr>
          <a:xfrm>
            <a:off x="5447925" y="3189075"/>
            <a:ext cx="1747200" cy="9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2026</a:t>
            </a:r>
            <a:endParaRPr sz="5000">
              <a:latin typeface="Coming Soon"/>
              <a:ea typeface="Coming Soon"/>
              <a:cs typeface="Coming Soon"/>
              <a:sym typeface="Coming Soon"/>
            </a:endParaRPr>
          </a:p>
        </p:txBody>
      </p:sp>
      <p:pic>
        <p:nvPicPr>
          <p:cNvPr id="178" name="Google Shape;178;p28"/>
          <p:cNvPicPr preferRelativeResize="0"/>
          <p:nvPr/>
        </p:nvPicPr>
        <p:blipFill>
          <a:blip r:embed="rId9">
            <a:alphaModFix/>
          </a:blip>
          <a:stretch>
            <a:fillRect/>
          </a:stretch>
        </p:blipFill>
        <p:spPr>
          <a:xfrm>
            <a:off x="10255300" y="1379500"/>
            <a:ext cx="1440000" cy="2008678"/>
          </a:xfrm>
          <a:prstGeom prst="rect">
            <a:avLst/>
          </a:prstGeom>
          <a:noFill/>
          <a:ln>
            <a:noFill/>
          </a:ln>
        </p:spPr>
      </p:pic>
      <p:pic>
        <p:nvPicPr>
          <p:cNvPr id="179" name="Google Shape;179;p28"/>
          <p:cNvPicPr preferRelativeResize="0"/>
          <p:nvPr/>
        </p:nvPicPr>
        <p:blipFill>
          <a:blip r:embed="rId10">
            <a:alphaModFix/>
          </a:blip>
          <a:stretch>
            <a:fillRect/>
          </a:stretch>
        </p:blipFill>
        <p:spPr>
          <a:xfrm>
            <a:off x="10023063" y="2800713"/>
            <a:ext cx="1440000" cy="1971913"/>
          </a:xfrm>
          <a:prstGeom prst="rect">
            <a:avLst/>
          </a:prstGeom>
          <a:noFill/>
          <a:ln>
            <a:noFill/>
          </a:ln>
        </p:spPr>
      </p:pic>
      <p:pic>
        <p:nvPicPr>
          <p:cNvPr id="180" name="Google Shape;180;p28"/>
          <p:cNvPicPr preferRelativeResize="0"/>
          <p:nvPr/>
        </p:nvPicPr>
        <p:blipFill>
          <a:blip r:embed="rId11">
            <a:alphaModFix/>
          </a:blip>
          <a:stretch>
            <a:fillRect/>
          </a:stretch>
        </p:blipFill>
        <p:spPr>
          <a:xfrm>
            <a:off x="9501963" y="-50287"/>
            <a:ext cx="1440000" cy="1974582"/>
          </a:xfrm>
          <a:prstGeom prst="rect">
            <a:avLst/>
          </a:prstGeom>
          <a:noFill/>
          <a:ln>
            <a:noFill/>
          </a:ln>
        </p:spPr>
      </p:pic>
      <p:pic>
        <p:nvPicPr>
          <p:cNvPr id="181" name="Google Shape;181;p28"/>
          <p:cNvPicPr preferRelativeResize="0"/>
          <p:nvPr/>
        </p:nvPicPr>
        <p:blipFill>
          <a:blip r:embed="rId12">
            <a:alphaModFix/>
          </a:blip>
          <a:stretch>
            <a:fillRect/>
          </a:stretch>
        </p:blipFill>
        <p:spPr>
          <a:xfrm>
            <a:off x="10555088" y="2736300"/>
            <a:ext cx="1440000" cy="1972437"/>
          </a:xfrm>
          <a:prstGeom prst="rect">
            <a:avLst/>
          </a:prstGeom>
          <a:noFill/>
          <a:ln>
            <a:noFill/>
          </a:ln>
        </p:spPr>
      </p:pic>
      <p:pic>
        <p:nvPicPr>
          <p:cNvPr id="182" name="Google Shape;182;p28"/>
          <p:cNvPicPr preferRelativeResize="0"/>
          <p:nvPr/>
        </p:nvPicPr>
        <p:blipFill>
          <a:blip r:embed="rId13">
            <a:alphaModFix/>
          </a:blip>
          <a:stretch>
            <a:fillRect/>
          </a:stretch>
        </p:blipFill>
        <p:spPr>
          <a:xfrm>
            <a:off x="10450463" y="-71637"/>
            <a:ext cx="1440000" cy="2017298"/>
          </a:xfrm>
          <a:prstGeom prst="rect">
            <a:avLst/>
          </a:prstGeom>
          <a:noFill/>
          <a:ln>
            <a:noFill/>
          </a:ln>
        </p:spPr>
      </p:pic>
      <p:pic>
        <p:nvPicPr>
          <p:cNvPr id="183" name="Google Shape;183;p28"/>
          <p:cNvPicPr preferRelativeResize="0"/>
          <p:nvPr/>
        </p:nvPicPr>
        <p:blipFill>
          <a:blip r:embed="rId14">
            <a:alphaModFix/>
          </a:blip>
          <a:stretch>
            <a:fillRect/>
          </a:stretch>
        </p:blipFill>
        <p:spPr>
          <a:xfrm>
            <a:off x="9847038" y="1184118"/>
            <a:ext cx="1440000" cy="2038569"/>
          </a:xfrm>
          <a:prstGeom prst="rect">
            <a:avLst/>
          </a:prstGeom>
          <a:noFill/>
          <a:ln>
            <a:noFill/>
          </a:ln>
        </p:spPr>
      </p:pic>
      <p:pic>
        <p:nvPicPr>
          <p:cNvPr id="184" name="Google Shape;184;p28"/>
          <p:cNvPicPr preferRelativeResize="0"/>
          <p:nvPr/>
        </p:nvPicPr>
        <p:blipFill>
          <a:blip r:embed="rId15">
            <a:alphaModFix/>
          </a:blip>
          <a:stretch>
            <a:fillRect/>
          </a:stretch>
        </p:blipFill>
        <p:spPr>
          <a:xfrm>
            <a:off x="10801275" y="1558600"/>
            <a:ext cx="1440000" cy="2026304"/>
          </a:xfrm>
          <a:prstGeom prst="rect">
            <a:avLst/>
          </a:prstGeom>
          <a:noFill/>
          <a:ln>
            <a:noFill/>
          </a:ln>
        </p:spPr>
      </p:pic>
      <p:pic>
        <p:nvPicPr>
          <p:cNvPr id="185" name="Google Shape;185;p28"/>
          <p:cNvPicPr preferRelativeResize="0"/>
          <p:nvPr/>
        </p:nvPicPr>
        <p:blipFill>
          <a:blip r:embed="rId16">
            <a:alphaModFix/>
          </a:blip>
          <a:stretch>
            <a:fillRect/>
          </a:stretch>
        </p:blipFill>
        <p:spPr>
          <a:xfrm>
            <a:off x="3851988" y="2727938"/>
            <a:ext cx="1440000" cy="1989153"/>
          </a:xfrm>
          <a:prstGeom prst="rect">
            <a:avLst/>
          </a:prstGeom>
          <a:noFill/>
          <a:ln>
            <a:noFill/>
          </a:ln>
        </p:spPr>
      </p:pic>
      <p:pic>
        <p:nvPicPr>
          <p:cNvPr id="186" name="Google Shape;186;p28"/>
          <p:cNvPicPr preferRelativeResize="0"/>
          <p:nvPr/>
        </p:nvPicPr>
        <p:blipFill>
          <a:blip r:embed="rId17">
            <a:alphaModFix/>
          </a:blip>
          <a:stretch>
            <a:fillRect/>
          </a:stretch>
        </p:blipFill>
        <p:spPr>
          <a:xfrm>
            <a:off x="10644788" y="28975"/>
            <a:ext cx="1440000" cy="2014507"/>
          </a:xfrm>
          <a:prstGeom prst="rect">
            <a:avLst/>
          </a:prstGeom>
          <a:noFill/>
          <a:ln>
            <a:noFill/>
          </a:ln>
        </p:spPr>
      </p:pic>
      <p:pic>
        <p:nvPicPr>
          <p:cNvPr id="187" name="Google Shape;187;p28"/>
          <p:cNvPicPr preferRelativeResize="0"/>
          <p:nvPr/>
        </p:nvPicPr>
        <p:blipFill>
          <a:blip r:embed="rId18">
            <a:alphaModFix/>
          </a:blip>
          <a:stretch>
            <a:fillRect/>
          </a:stretch>
        </p:blipFill>
        <p:spPr>
          <a:xfrm>
            <a:off x="10163313" y="-220550"/>
            <a:ext cx="1440000" cy="1991798"/>
          </a:xfrm>
          <a:prstGeom prst="rect">
            <a:avLst/>
          </a:prstGeom>
          <a:noFill/>
          <a:ln>
            <a:noFill/>
          </a:ln>
        </p:spPr>
      </p:pic>
      <p:pic>
        <p:nvPicPr>
          <p:cNvPr id="188" name="Google Shape;188;p28"/>
          <p:cNvPicPr preferRelativeResize="0"/>
          <p:nvPr/>
        </p:nvPicPr>
        <p:blipFill>
          <a:blip r:embed="rId19">
            <a:alphaModFix/>
          </a:blip>
          <a:stretch>
            <a:fillRect/>
          </a:stretch>
        </p:blipFill>
        <p:spPr>
          <a:xfrm>
            <a:off x="10348225" y="1771250"/>
            <a:ext cx="1440000" cy="2043475"/>
          </a:xfrm>
          <a:prstGeom prst="rect">
            <a:avLst/>
          </a:prstGeom>
          <a:noFill/>
          <a:ln>
            <a:noFill/>
          </a:ln>
        </p:spPr>
      </p:pic>
      <p:pic>
        <p:nvPicPr>
          <p:cNvPr id="189" name="Google Shape;189;p28"/>
          <p:cNvPicPr preferRelativeResize="0"/>
          <p:nvPr/>
        </p:nvPicPr>
        <p:blipFill>
          <a:blip r:embed="rId20">
            <a:alphaModFix/>
          </a:blip>
          <a:stretch>
            <a:fillRect/>
          </a:stretch>
        </p:blipFill>
        <p:spPr>
          <a:xfrm>
            <a:off x="10808188" y="-1230475"/>
            <a:ext cx="1440000" cy="2025846"/>
          </a:xfrm>
          <a:prstGeom prst="rect">
            <a:avLst/>
          </a:prstGeom>
          <a:noFill/>
          <a:ln>
            <a:noFill/>
          </a:ln>
        </p:spPr>
      </p:pic>
      <p:sp>
        <p:nvSpPr>
          <p:cNvPr id="190" name="Google Shape;190;p28">
            <a:hlinkClick action="ppaction://hlinksldjump" r:id="rId21"/>
          </p:cNvPr>
          <p:cNvSpPr/>
          <p:nvPr/>
        </p:nvSpPr>
        <p:spPr>
          <a:xfrm>
            <a:off x="7478375" y="3747175"/>
            <a:ext cx="1167000" cy="70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8"/>
          <p:cNvSpPr txBox="1"/>
          <p:nvPr/>
        </p:nvSpPr>
        <p:spPr>
          <a:xfrm>
            <a:off x="2110025" y="3189075"/>
            <a:ext cx="1672500" cy="12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solidFill>
                  <a:schemeClr val="dk1"/>
                </a:solidFill>
                <a:latin typeface="Coming Soon"/>
                <a:ea typeface="Coming Soon"/>
                <a:cs typeface="Coming Soon"/>
                <a:sym typeface="Coming Soon"/>
              </a:rPr>
              <a:t>25th</a:t>
            </a:r>
            <a:endParaRPr sz="4700">
              <a:solidFill>
                <a:schemeClr val="dk1"/>
              </a:solidFill>
              <a:latin typeface="Coming Soon"/>
              <a:ea typeface="Coming Soon"/>
              <a:cs typeface="Coming Soon"/>
              <a:sym typeface="Coming Soo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9"/>
          <p:cNvPicPr preferRelativeResize="0"/>
          <p:nvPr/>
        </p:nvPicPr>
        <p:blipFill>
          <a:blip r:embed="rId3">
            <a:alphaModFix/>
          </a:blip>
          <a:stretch>
            <a:fillRect/>
          </a:stretch>
        </p:blipFill>
        <p:spPr>
          <a:xfrm>
            <a:off x="188200" y="2931250"/>
            <a:ext cx="9053000" cy="2112700"/>
          </a:xfrm>
          <a:prstGeom prst="rect">
            <a:avLst/>
          </a:prstGeom>
          <a:noFill/>
          <a:ln>
            <a:noFill/>
          </a:ln>
        </p:spPr>
      </p:pic>
      <p:sp>
        <p:nvSpPr>
          <p:cNvPr id="197" name="Google Shape;197;p29"/>
          <p:cNvSpPr/>
          <p:nvPr/>
        </p:nvSpPr>
        <p:spPr>
          <a:xfrm>
            <a:off x="3026450" y="2068725"/>
            <a:ext cx="779700" cy="13107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 name="Google Shape;198;p29"/>
          <p:cNvPicPr preferRelativeResize="0"/>
          <p:nvPr/>
        </p:nvPicPr>
        <p:blipFill>
          <a:blip r:embed="rId4">
            <a:alphaModFix/>
          </a:blip>
          <a:stretch>
            <a:fillRect/>
          </a:stretch>
        </p:blipFill>
        <p:spPr>
          <a:xfrm>
            <a:off x="3360174" y="152400"/>
            <a:ext cx="3049850" cy="1652324"/>
          </a:xfrm>
          <a:prstGeom prst="rect">
            <a:avLst/>
          </a:prstGeom>
          <a:noFill/>
          <a:ln>
            <a:noFill/>
          </a:ln>
        </p:spPr>
      </p:pic>
      <p:pic>
        <p:nvPicPr>
          <p:cNvPr id="199" name="Google Shape;199;p29" title="WednesdaySIG.jpg"/>
          <p:cNvPicPr preferRelativeResize="0"/>
          <p:nvPr/>
        </p:nvPicPr>
        <p:blipFill>
          <a:blip r:embed="rId5">
            <a:alphaModFix/>
          </a:blip>
          <a:stretch>
            <a:fillRect/>
          </a:stretch>
        </p:blipFill>
        <p:spPr>
          <a:xfrm>
            <a:off x="152400" y="152400"/>
            <a:ext cx="3025562" cy="17639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0"/>
          <p:cNvPicPr preferRelativeResize="0"/>
          <p:nvPr/>
        </p:nvPicPr>
        <p:blipFill>
          <a:blip r:embed="rId3">
            <a:alphaModFix/>
          </a:blip>
          <a:stretch>
            <a:fillRect/>
          </a:stretch>
        </p:blipFill>
        <p:spPr>
          <a:xfrm>
            <a:off x="1565199" y="431450"/>
            <a:ext cx="6473325" cy="4496349"/>
          </a:xfrm>
          <a:prstGeom prst="rect">
            <a:avLst/>
          </a:prstGeom>
          <a:noFill/>
          <a:ln>
            <a:noFill/>
          </a:ln>
        </p:spPr>
      </p:pic>
      <p:sp>
        <p:nvSpPr>
          <p:cNvPr id="205" name="Google Shape;205;p30"/>
          <p:cNvSpPr/>
          <p:nvPr/>
        </p:nvSpPr>
        <p:spPr>
          <a:xfrm rot="-10797623">
            <a:off x="5837117" y="4623762"/>
            <a:ext cx="433800" cy="5196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1"/>
          <p:cNvPicPr preferRelativeResize="0"/>
          <p:nvPr/>
        </p:nvPicPr>
        <p:blipFill>
          <a:blip r:embed="rId3">
            <a:alphaModFix/>
          </a:blip>
          <a:stretch>
            <a:fillRect/>
          </a:stretch>
        </p:blipFill>
        <p:spPr>
          <a:xfrm>
            <a:off x="224325" y="135800"/>
            <a:ext cx="7048475" cy="4858950"/>
          </a:xfrm>
          <a:prstGeom prst="rect">
            <a:avLst/>
          </a:prstGeom>
          <a:noFill/>
          <a:ln>
            <a:noFill/>
          </a:ln>
        </p:spPr>
      </p:pic>
      <p:pic>
        <p:nvPicPr>
          <p:cNvPr id="211" name="Google Shape;211;p31"/>
          <p:cNvPicPr preferRelativeResize="0"/>
          <p:nvPr/>
        </p:nvPicPr>
        <p:blipFill>
          <a:blip r:embed="rId4">
            <a:alphaModFix/>
          </a:blip>
          <a:stretch>
            <a:fillRect/>
          </a:stretch>
        </p:blipFill>
        <p:spPr>
          <a:xfrm>
            <a:off x="426275" y="2795463"/>
            <a:ext cx="1440000" cy="1969766"/>
          </a:xfrm>
          <a:prstGeom prst="rect">
            <a:avLst/>
          </a:prstGeom>
          <a:noFill/>
          <a:ln>
            <a:noFill/>
          </a:ln>
        </p:spPr>
      </p:pic>
      <p:sp>
        <p:nvSpPr>
          <p:cNvPr id="212" name="Google Shape;212;p31"/>
          <p:cNvSpPr txBox="1"/>
          <p:nvPr/>
        </p:nvSpPr>
        <p:spPr>
          <a:xfrm>
            <a:off x="2089825" y="3252100"/>
            <a:ext cx="1903800" cy="11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26th</a:t>
            </a:r>
            <a:endParaRPr sz="5000">
              <a:latin typeface="Coming Soon"/>
              <a:ea typeface="Coming Soon"/>
              <a:cs typeface="Coming Soon"/>
              <a:sym typeface="Coming Soon"/>
            </a:endParaRPr>
          </a:p>
        </p:txBody>
      </p:sp>
      <p:sp>
        <p:nvSpPr>
          <p:cNvPr id="213" name="Google Shape;213;p31"/>
          <p:cNvSpPr txBox="1"/>
          <p:nvPr/>
        </p:nvSpPr>
        <p:spPr>
          <a:xfrm>
            <a:off x="5455675" y="3252100"/>
            <a:ext cx="1747200" cy="9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2026</a:t>
            </a:r>
            <a:endParaRPr sz="5000">
              <a:latin typeface="Coming Soon"/>
              <a:ea typeface="Coming Soon"/>
              <a:cs typeface="Coming Soon"/>
              <a:sym typeface="Coming Soon"/>
            </a:endParaRPr>
          </a:p>
        </p:txBody>
      </p:sp>
      <p:pic>
        <p:nvPicPr>
          <p:cNvPr id="214" name="Google Shape;214;p31"/>
          <p:cNvPicPr preferRelativeResize="0"/>
          <p:nvPr/>
        </p:nvPicPr>
        <p:blipFill>
          <a:blip r:embed="rId5">
            <a:alphaModFix/>
          </a:blip>
          <a:stretch>
            <a:fillRect/>
          </a:stretch>
        </p:blipFill>
        <p:spPr>
          <a:xfrm>
            <a:off x="11045838" y="285950"/>
            <a:ext cx="1440000" cy="2008678"/>
          </a:xfrm>
          <a:prstGeom prst="rect">
            <a:avLst/>
          </a:prstGeom>
          <a:noFill/>
          <a:ln>
            <a:noFill/>
          </a:ln>
        </p:spPr>
      </p:pic>
      <p:pic>
        <p:nvPicPr>
          <p:cNvPr id="215" name="Google Shape;215;p31"/>
          <p:cNvPicPr preferRelativeResize="0"/>
          <p:nvPr/>
        </p:nvPicPr>
        <p:blipFill>
          <a:blip r:embed="rId6">
            <a:alphaModFix/>
          </a:blip>
          <a:stretch>
            <a:fillRect/>
          </a:stretch>
        </p:blipFill>
        <p:spPr>
          <a:xfrm>
            <a:off x="11667888" y="387838"/>
            <a:ext cx="1440000" cy="1971913"/>
          </a:xfrm>
          <a:prstGeom prst="rect">
            <a:avLst/>
          </a:prstGeom>
          <a:noFill/>
          <a:ln>
            <a:noFill/>
          </a:ln>
        </p:spPr>
      </p:pic>
      <p:pic>
        <p:nvPicPr>
          <p:cNvPr id="216" name="Google Shape;216;p31"/>
          <p:cNvPicPr preferRelativeResize="0"/>
          <p:nvPr/>
        </p:nvPicPr>
        <p:blipFill>
          <a:blip r:embed="rId7">
            <a:alphaModFix/>
          </a:blip>
          <a:stretch>
            <a:fillRect/>
          </a:stretch>
        </p:blipFill>
        <p:spPr>
          <a:xfrm>
            <a:off x="10671375" y="7288"/>
            <a:ext cx="1440000" cy="1974582"/>
          </a:xfrm>
          <a:prstGeom prst="rect">
            <a:avLst/>
          </a:prstGeom>
          <a:noFill/>
          <a:ln>
            <a:noFill/>
          </a:ln>
        </p:spPr>
      </p:pic>
      <p:pic>
        <p:nvPicPr>
          <p:cNvPr id="217" name="Google Shape;217;p31"/>
          <p:cNvPicPr preferRelativeResize="0"/>
          <p:nvPr/>
        </p:nvPicPr>
        <p:blipFill>
          <a:blip r:embed="rId8">
            <a:alphaModFix/>
          </a:blip>
          <a:stretch>
            <a:fillRect/>
          </a:stretch>
        </p:blipFill>
        <p:spPr>
          <a:xfrm>
            <a:off x="11045838" y="304063"/>
            <a:ext cx="1440000" cy="1972437"/>
          </a:xfrm>
          <a:prstGeom prst="rect">
            <a:avLst/>
          </a:prstGeom>
          <a:noFill/>
          <a:ln>
            <a:noFill/>
          </a:ln>
        </p:spPr>
      </p:pic>
      <p:pic>
        <p:nvPicPr>
          <p:cNvPr id="218" name="Google Shape;218;p31"/>
          <p:cNvPicPr preferRelativeResize="0"/>
          <p:nvPr/>
        </p:nvPicPr>
        <p:blipFill>
          <a:blip r:embed="rId9">
            <a:alphaModFix/>
          </a:blip>
          <a:stretch>
            <a:fillRect/>
          </a:stretch>
        </p:blipFill>
        <p:spPr>
          <a:xfrm>
            <a:off x="11412413" y="2956187"/>
            <a:ext cx="1440000" cy="2038569"/>
          </a:xfrm>
          <a:prstGeom prst="rect">
            <a:avLst/>
          </a:prstGeom>
          <a:noFill/>
          <a:ln>
            <a:noFill/>
          </a:ln>
        </p:spPr>
      </p:pic>
      <p:pic>
        <p:nvPicPr>
          <p:cNvPr id="219" name="Google Shape;219;p31"/>
          <p:cNvPicPr preferRelativeResize="0"/>
          <p:nvPr/>
        </p:nvPicPr>
        <p:blipFill>
          <a:blip r:embed="rId10">
            <a:alphaModFix/>
          </a:blip>
          <a:stretch>
            <a:fillRect/>
          </a:stretch>
        </p:blipFill>
        <p:spPr>
          <a:xfrm>
            <a:off x="11130213" y="-18575"/>
            <a:ext cx="1440000" cy="2026304"/>
          </a:xfrm>
          <a:prstGeom prst="rect">
            <a:avLst/>
          </a:prstGeom>
          <a:noFill/>
          <a:ln>
            <a:noFill/>
          </a:ln>
        </p:spPr>
      </p:pic>
      <p:pic>
        <p:nvPicPr>
          <p:cNvPr id="220" name="Google Shape;220;p31"/>
          <p:cNvPicPr preferRelativeResize="0"/>
          <p:nvPr/>
        </p:nvPicPr>
        <p:blipFill>
          <a:blip r:embed="rId11">
            <a:alphaModFix/>
          </a:blip>
          <a:stretch>
            <a:fillRect/>
          </a:stretch>
        </p:blipFill>
        <p:spPr>
          <a:xfrm>
            <a:off x="3851988" y="2785775"/>
            <a:ext cx="1440000" cy="1989153"/>
          </a:xfrm>
          <a:prstGeom prst="rect">
            <a:avLst/>
          </a:prstGeom>
          <a:noFill/>
          <a:ln>
            <a:noFill/>
          </a:ln>
        </p:spPr>
      </p:pic>
      <p:pic>
        <p:nvPicPr>
          <p:cNvPr id="221" name="Google Shape;221;p31"/>
          <p:cNvPicPr preferRelativeResize="0"/>
          <p:nvPr/>
        </p:nvPicPr>
        <p:blipFill>
          <a:blip r:embed="rId12">
            <a:alphaModFix/>
          </a:blip>
          <a:stretch>
            <a:fillRect/>
          </a:stretch>
        </p:blipFill>
        <p:spPr>
          <a:xfrm>
            <a:off x="10921275" y="663263"/>
            <a:ext cx="1364200" cy="1908475"/>
          </a:xfrm>
          <a:prstGeom prst="rect">
            <a:avLst/>
          </a:prstGeom>
          <a:noFill/>
          <a:ln>
            <a:noFill/>
          </a:ln>
        </p:spPr>
      </p:pic>
      <p:pic>
        <p:nvPicPr>
          <p:cNvPr id="222" name="Google Shape;222;p31"/>
          <p:cNvPicPr preferRelativeResize="0"/>
          <p:nvPr/>
        </p:nvPicPr>
        <p:blipFill>
          <a:blip r:embed="rId13">
            <a:alphaModFix/>
          </a:blip>
          <a:stretch>
            <a:fillRect/>
          </a:stretch>
        </p:blipFill>
        <p:spPr>
          <a:xfrm>
            <a:off x="12285475" y="1569375"/>
            <a:ext cx="1440000" cy="1991798"/>
          </a:xfrm>
          <a:prstGeom prst="rect">
            <a:avLst/>
          </a:prstGeom>
          <a:noFill/>
          <a:ln>
            <a:noFill/>
          </a:ln>
        </p:spPr>
      </p:pic>
      <p:pic>
        <p:nvPicPr>
          <p:cNvPr id="223" name="Google Shape;223;p31"/>
          <p:cNvPicPr preferRelativeResize="0"/>
          <p:nvPr/>
        </p:nvPicPr>
        <p:blipFill>
          <a:blip r:embed="rId14">
            <a:alphaModFix/>
          </a:blip>
          <a:stretch>
            <a:fillRect/>
          </a:stretch>
        </p:blipFill>
        <p:spPr>
          <a:xfrm>
            <a:off x="11549175" y="1981875"/>
            <a:ext cx="1440000" cy="2043475"/>
          </a:xfrm>
          <a:prstGeom prst="rect">
            <a:avLst/>
          </a:prstGeom>
          <a:noFill/>
          <a:ln>
            <a:noFill/>
          </a:ln>
        </p:spPr>
      </p:pic>
      <p:pic>
        <p:nvPicPr>
          <p:cNvPr id="224" name="Google Shape;224;p31"/>
          <p:cNvPicPr preferRelativeResize="0"/>
          <p:nvPr/>
        </p:nvPicPr>
        <p:blipFill>
          <a:blip r:embed="rId15">
            <a:alphaModFix/>
          </a:blip>
          <a:stretch>
            <a:fillRect/>
          </a:stretch>
        </p:blipFill>
        <p:spPr>
          <a:xfrm>
            <a:off x="12211088" y="1777825"/>
            <a:ext cx="1440000" cy="2025846"/>
          </a:xfrm>
          <a:prstGeom prst="rect">
            <a:avLst/>
          </a:prstGeom>
          <a:noFill/>
          <a:ln>
            <a:noFill/>
          </a:ln>
        </p:spPr>
      </p:pic>
      <p:sp>
        <p:nvSpPr>
          <p:cNvPr id="225" name="Google Shape;225;p31">
            <a:hlinkClick action="ppaction://hlinksldjump" r:id="rId16"/>
          </p:cNvPr>
          <p:cNvSpPr/>
          <p:nvPr/>
        </p:nvSpPr>
        <p:spPr>
          <a:xfrm>
            <a:off x="7119525" y="3747175"/>
            <a:ext cx="1167000" cy="70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 name="Google Shape;226;p31"/>
          <p:cNvPicPr preferRelativeResize="0"/>
          <p:nvPr/>
        </p:nvPicPr>
        <p:blipFill>
          <a:blip r:embed="rId17">
            <a:alphaModFix/>
          </a:blip>
          <a:stretch>
            <a:fillRect/>
          </a:stretch>
        </p:blipFill>
        <p:spPr>
          <a:xfrm>
            <a:off x="11412413" y="1415088"/>
            <a:ext cx="1440000" cy="20172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2"/>
          <p:cNvPicPr preferRelativeResize="0"/>
          <p:nvPr/>
        </p:nvPicPr>
        <p:blipFill>
          <a:blip r:embed="rId3">
            <a:alphaModFix/>
          </a:blip>
          <a:stretch>
            <a:fillRect/>
          </a:stretch>
        </p:blipFill>
        <p:spPr>
          <a:xfrm>
            <a:off x="188200" y="2931250"/>
            <a:ext cx="9053000" cy="2112700"/>
          </a:xfrm>
          <a:prstGeom prst="rect">
            <a:avLst/>
          </a:prstGeom>
          <a:noFill/>
          <a:ln>
            <a:noFill/>
          </a:ln>
        </p:spPr>
      </p:pic>
      <p:sp>
        <p:nvSpPr>
          <p:cNvPr id="232" name="Google Shape;232;p32"/>
          <p:cNvSpPr/>
          <p:nvPr/>
        </p:nvSpPr>
        <p:spPr>
          <a:xfrm>
            <a:off x="4324850" y="2068725"/>
            <a:ext cx="779700" cy="13107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 name="Google Shape;233;p32"/>
          <p:cNvPicPr preferRelativeResize="0"/>
          <p:nvPr/>
        </p:nvPicPr>
        <p:blipFill>
          <a:blip r:embed="rId4">
            <a:alphaModFix/>
          </a:blip>
          <a:stretch>
            <a:fillRect/>
          </a:stretch>
        </p:blipFill>
        <p:spPr>
          <a:xfrm>
            <a:off x="3360174" y="152400"/>
            <a:ext cx="3049850" cy="1652324"/>
          </a:xfrm>
          <a:prstGeom prst="rect">
            <a:avLst/>
          </a:prstGeom>
          <a:noFill/>
          <a:ln>
            <a:noFill/>
          </a:ln>
        </p:spPr>
      </p:pic>
      <p:pic>
        <p:nvPicPr>
          <p:cNvPr id="234" name="Google Shape;234;p32" title="ThursdaySIG.jpg"/>
          <p:cNvPicPr preferRelativeResize="0"/>
          <p:nvPr/>
        </p:nvPicPr>
        <p:blipFill>
          <a:blip r:embed="rId5">
            <a:alphaModFix/>
          </a:blip>
          <a:stretch>
            <a:fillRect/>
          </a:stretch>
        </p:blipFill>
        <p:spPr>
          <a:xfrm>
            <a:off x="165400" y="332558"/>
            <a:ext cx="3194772" cy="1389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3"/>
          <p:cNvPicPr preferRelativeResize="0"/>
          <p:nvPr/>
        </p:nvPicPr>
        <p:blipFill>
          <a:blip r:embed="rId3">
            <a:alphaModFix/>
          </a:blip>
          <a:stretch>
            <a:fillRect/>
          </a:stretch>
        </p:blipFill>
        <p:spPr>
          <a:xfrm>
            <a:off x="1565199" y="431450"/>
            <a:ext cx="6473325" cy="4496349"/>
          </a:xfrm>
          <a:prstGeom prst="rect">
            <a:avLst/>
          </a:prstGeom>
          <a:noFill/>
          <a:ln>
            <a:noFill/>
          </a:ln>
        </p:spPr>
      </p:pic>
      <p:sp>
        <p:nvSpPr>
          <p:cNvPr id="240" name="Google Shape;240;p33"/>
          <p:cNvSpPr/>
          <p:nvPr/>
        </p:nvSpPr>
        <p:spPr>
          <a:xfrm rot="10800000">
            <a:off x="5851801" y="4623912"/>
            <a:ext cx="433800" cy="5196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4"/>
          <p:cNvPicPr preferRelativeResize="0"/>
          <p:nvPr/>
        </p:nvPicPr>
        <p:blipFill>
          <a:blip r:embed="rId3">
            <a:alphaModFix/>
          </a:blip>
          <a:stretch>
            <a:fillRect/>
          </a:stretch>
        </p:blipFill>
        <p:spPr>
          <a:xfrm>
            <a:off x="224325" y="135800"/>
            <a:ext cx="7048475" cy="4858950"/>
          </a:xfrm>
          <a:prstGeom prst="rect">
            <a:avLst/>
          </a:prstGeom>
          <a:noFill/>
          <a:ln>
            <a:noFill/>
          </a:ln>
        </p:spPr>
      </p:pic>
      <p:pic>
        <p:nvPicPr>
          <p:cNvPr id="246" name="Google Shape;246;p34"/>
          <p:cNvPicPr preferRelativeResize="0"/>
          <p:nvPr/>
        </p:nvPicPr>
        <p:blipFill>
          <a:blip r:embed="rId4">
            <a:alphaModFix/>
          </a:blip>
          <a:stretch>
            <a:fillRect/>
          </a:stretch>
        </p:blipFill>
        <p:spPr>
          <a:xfrm>
            <a:off x="398050" y="2734288"/>
            <a:ext cx="1440000" cy="1936800"/>
          </a:xfrm>
          <a:prstGeom prst="rect">
            <a:avLst/>
          </a:prstGeom>
          <a:noFill/>
          <a:ln>
            <a:noFill/>
          </a:ln>
        </p:spPr>
      </p:pic>
      <p:sp>
        <p:nvSpPr>
          <p:cNvPr id="247" name="Google Shape;247;p34"/>
          <p:cNvSpPr txBox="1"/>
          <p:nvPr/>
        </p:nvSpPr>
        <p:spPr>
          <a:xfrm>
            <a:off x="1893125" y="3252100"/>
            <a:ext cx="1903800" cy="11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 27th</a:t>
            </a:r>
            <a:endParaRPr sz="5000">
              <a:latin typeface="Coming Soon"/>
              <a:ea typeface="Coming Soon"/>
              <a:cs typeface="Coming Soon"/>
              <a:sym typeface="Coming Soon"/>
            </a:endParaRPr>
          </a:p>
        </p:txBody>
      </p:sp>
      <p:sp>
        <p:nvSpPr>
          <p:cNvPr id="248" name="Google Shape;248;p34"/>
          <p:cNvSpPr txBox="1"/>
          <p:nvPr/>
        </p:nvSpPr>
        <p:spPr>
          <a:xfrm>
            <a:off x="5447900" y="3252100"/>
            <a:ext cx="1747200" cy="9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2026</a:t>
            </a:r>
            <a:endParaRPr sz="5000">
              <a:latin typeface="Coming Soon"/>
              <a:ea typeface="Coming Soon"/>
              <a:cs typeface="Coming Soon"/>
              <a:sym typeface="Coming Soon"/>
            </a:endParaRPr>
          </a:p>
        </p:txBody>
      </p:sp>
      <p:pic>
        <p:nvPicPr>
          <p:cNvPr id="249" name="Google Shape;249;p34"/>
          <p:cNvPicPr preferRelativeResize="0"/>
          <p:nvPr/>
        </p:nvPicPr>
        <p:blipFill>
          <a:blip r:embed="rId5">
            <a:alphaModFix/>
          </a:blip>
          <a:stretch>
            <a:fillRect/>
          </a:stretch>
        </p:blipFill>
        <p:spPr>
          <a:xfrm>
            <a:off x="10588988" y="1805713"/>
            <a:ext cx="1440000" cy="2008678"/>
          </a:xfrm>
          <a:prstGeom prst="rect">
            <a:avLst/>
          </a:prstGeom>
          <a:noFill/>
          <a:ln>
            <a:noFill/>
          </a:ln>
        </p:spPr>
      </p:pic>
      <p:pic>
        <p:nvPicPr>
          <p:cNvPr id="250" name="Google Shape;250;p34"/>
          <p:cNvPicPr preferRelativeResize="0"/>
          <p:nvPr/>
        </p:nvPicPr>
        <p:blipFill>
          <a:blip r:embed="rId6">
            <a:alphaModFix/>
          </a:blip>
          <a:stretch>
            <a:fillRect/>
          </a:stretch>
        </p:blipFill>
        <p:spPr>
          <a:xfrm>
            <a:off x="11498888" y="3252088"/>
            <a:ext cx="1440000" cy="1971913"/>
          </a:xfrm>
          <a:prstGeom prst="rect">
            <a:avLst/>
          </a:prstGeom>
          <a:noFill/>
          <a:ln>
            <a:noFill/>
          </a:ln>
        </p:spPr>
      </p:pic>
      <p:pic>
        <p:nvPicPr>
          <p:cNvPr id="251" name="Google Shape;251;p34"/>
          <p:cNvPicPr preferRelativeResize="0"/>
          <p:nvPr/>
        </p:nvPicPr>
        <p:blipFill>
          <a:blip r:embed="rId7">
            <a:alphaModFix/>
          </a:blip>
          <a:stretch>
            <a:fillRect/>
          </a:stretch>
        </p:blipFill>
        <p:spPr>
          <a:xfrm>
            <a:off x="10852738" y="597163"/>
            <a:ext cx="1440000" cy="1974582"/>
          </a:xfrm>
          <a:prstGeom prst="rect">
            <a:avLst/>
          </a:prstGeom>
          <a:noFill/>
          <a:ln>
            <a:noFill/>
          </a:ln>
        </p:spPr>
      </p:pic>
      <p:pic>
        <p:nvPicPr>
          <p:cNvPr id="252" name="Google Shape;252;p34"/>
          <p:cNvPicPr preferRelativeResize="0"/>
          <p:nvPr/>
        </p:nvPicPr>
        <p:blipFill>
          <a:blip r:embed="rId8">
            <a:alphaModFix/>
          </a:blip>
          <a:stretch>
            <a:fillRect/>
          </a:stretch>
        </p:blipFill>
        <p:spPr>
          <a:xfrm>
            <a:off x="10800800" y="873775"/>
            <a:ext cx="1440000" cy="1972437"/>
          </a:xfrm>
          <a:prstGeom prst="rect">
            <a:avLst/>
          </a:prstGeom>
          <a:noFill/>
          <a:ln>
            <a:noFill/>
          </a:ln>
        </p:spPr>
      </p:pic>
      <p:pic>
        <p:nvPicPr>
          <p:cNvPr id="253" name="Google Shape;253;p34"/>
          <p:cNvPicPr preferRelativeResize="0"/>
          <p:nvPr/>
        </p:nvPicPr>
        <p:blipFill>
          <a:blip r:embed="rId9">
            <a:alphaModFix/>
          </a:blip>
          <a:stretch>
            <a:fillRect/>
          </a:stretch>
        </p:blipFill>
        <p:spPr>
          <a:xfrm>
            <a:off x="11498900" y="1651725"/>
            <a:ext cx="1440000" cy="2017298"/>
          </a:xfrm>
          <a:prstGeom prst="rect">
            <a:avLst/>
          </a:prstGeom>
          <a:noFill/>
          <a:ln>
            <a:noFill/>
          </a:ln>
        </p:spPr>
      </p:pic>
      <p:pic>
        <p:nvPicPr>
          <p:cNvPr id="254" name="Google Shape;254;p34"/>
          <p:cNvPicPr preferRelativeResize="0"/>
          <p:nvPr/>
        </p:nvPicPr>
        <p:blipFill>
          <a:blip r:embed="rId10">
            <a:alphaModFix/>
          </a:blip>
          <a:stretch>
            <a:fillRect/>
          </a:stretch>
        </p:blipFill>
        <p:spPr>
          <a:xfrm>
            <a:off x="11307725" y="-232837"/>
            <a:ext cx="1440000" cy="2038569"/>
          </a:xfrm>
          <a:prstGeom prst="rect">
            <a:avLst/>
          </a:prstGeom>
          <a:noFill/>
          <a:ln>
            <a:noFill/>
          </a:ln>
        </p:spPr>
      </p:pic>
      <p:pic>
        <p:nvPicPr>
          <p:cNvPr id="255" name="Google Shape;255;p34"/>
          <p:cNvPicPr preferRelativeResize="0"/>
          <p:nvPr/>
        </p:nvPicPr>
        <p:blipFill>
          <a:blip r:embed="rId11">
            <a:alphaModFix/>
          </a:blip>
          <a:stretch>
            <a:fillRect/>
          </a:stretch>
        </p:blipFill>
        <p:spPr>
          <a:xfrm>
            <a:off x="11307725" y="2127000"/>
            <a:ext cx="1440000" cy="2026304"/>
          </a:xfrm>
          <a:prstGeom prst="rect">
            <a:avLst/>
          </a:prstGeom>
          <a:noFill/>
          <a:ln>
            <a:noFill/>
          </a:ln>
        </p:spPr>
      </p:pic>
      <p:pic>
        <p:nvPicPr>
          <p:cNvPr id="256" name="Google Shape;256;p34"/>
          <p:cNvPicPr preferRelativeResize="0"/>
          <p:nvPr/>
        </p:nvPicPr>
        <p:blipFill>
          <a:blip r:embed="rId12">
            <a:alphaModFix/>
          </a:blip>
          <a:stretch>
            <a:fillRect/>
          </a:stretch>
        </p:blipFill>
        <p:spPr>
          <a:xfrm>
            <a:off x="3851988" y="2708125"/>
            <a:ext cx="1440000" cy="1989153"/>
          </a:xfrm>
          <a:prstGeom prst="rect">
            <a:avLst/>
          </a:prstGeom>
          <a:noFill/>
          <a:ln>
            <a:noFill/>
          </a:ln>
        </p:spPr>
      </p:pic>
      <p:pic>
        <p:nvPicPr>
          <p:cNvPr id="257" name="Google Shape;257;p34"/>
          <p:cNvPicPr preferRelativeResize="0"/>
          <p:nvPr/>
        </p:nvPicPr>
        <p:blipFill>
          <a:blip r:embed="rId13">
            <a:alphaModFix/>
          </a:blip>
          <a:stretch>
            <a:fillRect/>
          </a:stretch>
        </p:blipFill>
        <p:spPr>
          <a:xfrm>
            <a:off x="11498900" y="944288"/>
            <a:ext cx="1440000" cy="2014507"/>
          </a:xfrm>
          <a:prstGeom prst="rect">
            <a:avLst/>
          </a:prstGeom>
          <a:noFill/>
          <a:ln>
            <a:noFill/>
          </a:ln>
        </p:spPr>
      </p:pic>
      <p:pic>
        <p:nvPicPr>
          <p:cNvPr id="258" name="Google Shape;258;p34"/>
          <p:cNvPicPr preferRelativeResize="0"/>
          <p:nvPr/>
        </p:nvPicPr>
        <p:blipFill>
          <a:blip r:embed="rId14">
            <a:alphaModFix/>
          </a:blip>
          <a:stretch>
            <a:fillRect/>
          </a:stretch>
        </p:blipFill>
        <p:spPr>
          <a:xfrm>
            <a:off x="11307713" y="1182825"/>
            <a:ext cx="1440000" cy="1991798"/>
          </a:xfrm>
          <a:prstGeom prst="rect">
            <a:avLst/>
          </a:prstGeom>
          <a:noFill/>
          <a:ln>
            <a:noFill/>
          </a:ln>
        </p:spPr>
      </p:pic>
      <p:pic>
        <p:nvPicPr>
          <p:cNvPr id="259" name="Google Shape;259;p34"/>
          <p:cNvPicPr preferRelativeResize="0"/>
          <p:nvPr/>
        </p:nvPicPr>
        <p:blipFill>
          <a:blip r:embed="rId15">
            <a:alphaModFix/>
          </a:blip>
          <a:stretch>
            <a:fillRect/>
          </a:stretch>
        </p:blipFill>
        <p:spPr>
          <a:xfrm>
            <a:off x="11126888" y="838250"/>
            <a:ext cx="1440000" cy="2043475"/>
          </a:xfrm>
          <a:prstGeom prst="rect">
            <a:avLst/>
          </a:prstGeom>
          <a:noFill/>
          <a:ln>
            <a:noFill/>
          </a:ln>
        </p:spPr>
      </p:pic>
      <p:pic>
        <p:nvPicPr>
          <p:cNvPr id="260" name="Google Shape;260;p34"/>
          <p:cNvPicPr preferRelativeResize="0"/>
          <p:nvPr/>
        </p:nvPicPr>
        <p:blipFill>
          <a:blip r:embed="rId16">
            <a:alphaModFix/>
          </a:blip>
          <a:stretch>
            <a:fillRect/>
          </a:stretch>
        </p:blipFill>
        <p:spPr>
          <a:xfrm>
            <a:off x="11839088" y="378063"/>
            <a:ext cx="1440000" cy="2025846"/>
          </a:xfrm>
          <a:prstGeom prst="rect">
            <a:avLst/>
          </a:prstGeom>
          <a:noFill/>
          <a:ln>
            <a:noFill/>
          </a:ln>
        </p:spPr>
      </p:pic>
      <p:sp>
        <p:nvSpPr>
          <p:cNvPr id="261" name="Google Shape;261;p34">
            <a:hlinkClick action="ppaction://hlinksldjump" r:id="rId17"/>
          </p:cNvPr>
          <p:cNvSpPr/>
          <p:nvPr/>
        </p:nvSpPr>
        <p:spPr>
          <a:xfrm>
            <a:off x="7478375" y="3814410"/>
            <a:ext cx="1167000" cy="70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5"/>
          <p:cNvPicPr preferRelativeResize="0"/>
          <p:nvPr/>
        </p:nvPicPr>
        <p:blipFill>
          <a:blip r:embed="rId3">
            <a:alphaModFix/>
          </a:blip>
          <a:stretch>
            <a:fillRect/>
          </a:stretch>
        </p:blipFill>
        <p:spPr>
          <a:xfrm>
            <a:off x="188200" y="2931250"/>
            <a:ext cx="9053000" cy="2112700"/>
          </a:xfrm>
          <a:prstGeom prst="rect">
            <a:avLst/>
          </a:prstGeom>
          <a:noFill/>
          <a:ln>
            <a:noFill/>
          </a:ln>
        </p:spPr>
      </p:pic>
      <p:sp>
        <p:nvSpPr>
          <p:cNvPr id="267" name="Google Shape;267;p35"/>
          <p:cNvSpPr/>
          <p:nvPr/>
        </p:nvSpPr>
        <p:spPr>
          <a:xfrm>
            <a:off x="5593700" y="2077700"/>
            <a:ext cx="779700" cy="13107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8" name="Google Shape;268;p35"/>
          <p:cNvPicPr preferRelativeResize="0"/>
          <p:nvPr/>
        </p:nvPicPr>
        <p:blipFill>
          <a:blip r:embed="rId4">
            <a:alphaModFix/>
          </a:blip>
          <a:stretch>
            <a:fillRect/>
          </a:stretch>
        </p:blipFill>
        <p:spPr>
          <a:xfrm>
            <a:off x="3360174" y="152400"/>
            <a:ext cx="3049850" cy="1652324"/>
          </a:xfrm>
          <a:prstGeom prst="rect">
            <a:avLst/>
          </a:prstGeom>
          <a:noFill/>
          <a:ln>
            <a:noFill/>
          </a:ln>
        </p:spPr>
      </p:pic>
      <p:pic>
        <p:nvPicPr>
          <p:cNvPr id="269" name="Google Shape;269;p35" title="FridaySIG.jpg"/>
          <p:cNvPicPr preferRelativeResize="0"/>
          <p:nvPr/>
        </p:nvPicPr>
        <p:blipFill>
          <a:blip r:embed="rId5">
            <a:alphaModFix/>
          </a:blip>
          <a:stretch>
            <a:fillRect/>
          </a:stretch>
        </p:blipFill>
        <p:spPr>
          <a:xfrm>
            <a:off x="0" y="152400"/>
            <a:ext cx="3262223" cy="1863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6"/>
          <p:cNvPicPr preferRelativeResize="0"/>
          <p:nvPr/>
        </p:nvPicPr>
        <p:blipFill>
          <a:blip r:embed="rId3">
            <a:alphaModFix/>
          </a:blip>
          <a:stretch>
            <a:fillRect/>
          </a:stretch>
        </p:blipFill>
        <p:spPr>
          <a:xfrm>
            <a:off x="1565199" y="507650"/>
            <a:ext cx="6473325" cy="4496349"/>
          </a:xfrm>
          <a:prstGeom prst="rect">
            <a:avLst/>
          </a:prstGeom>
          <a:noFill/>
          <a:ln>
            <a:noFill/>
          </a:ln>
        </p:spPr>
      </p:pic>
      <p:sp>
        <p:nvSpPr>
          <p:cNvPr id="275" name="Google Shape;275;p36"/>
          <p:cNvSpPr/>
          <p:nvPr/>
        </p:nvSpPr>
        <p:spPr>
          <a:xfrm rot="-10797621">
            <a:off x="5853602" y="4691538"/>
            <a:ext cx="433500" cy="451800"/>
          </a:xfrm>
          <a:prstGeom prst="down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37"/>
          <p:cNvPicPr preferRelativeResize="0"/>
          <p:nvPr/>
        </p:nvPicPr>
        <p:blipFill>
          <a:blip r:embed="rId3">
            <a:alphaModFix/>
          </a:blip>
          <a:stretch>
            <a:fillRect/>
          </a:stretch>
        </p:blipFill>
        <p:spPr>
          <a:xfrm>
            <a:off x="224325" y="135800"/>
            <a:ext cx="7048475" cy="4858950"/>
          </a:xfrm>
          <a:prstGeom prst="rect">
            <a:avLst/>
          </a:prstGeom>
          <a:noFill/>
          <a:ln>
            <a:noFill/>
          </a:ln>
        </p:spPr>
      </p:pic>
      <p:pic>
        <p:nvPicPr>
          <p:cNvPr id="281" name="Google Shape;281;p37"/>
          <p:cNvPicPr preferRelativeResize="0"/>
          <p:nvPr/>
        </p:nvPicPr>
        <p:blipFill>
          <a:blip r:embed="rId4">
            <a:alphaModFix/>
          </a:blip>
          <a:stretch>
            <a:fillRect/>
          </a:stretch>
        </p:blipFill>
        <p:spPr>
          <a:xfrm>
            <a:off x="424263" y="2790800"/>
            <a:ext cx="1440000" cy="1979102"/>
          </a:xfrm>
          <a:prstGeom prst="rect">
            <a:avLst/>
          </a:prstGeom>
          <a:noFill/>
          <a:ln>
            <a:noFill/>
          </a:ln>
        </p:spPr>
      </p:pic>
      <p:sp>
        <p:nvSpPr>
          <p:cNvPr id="282" name="Google Shape;282;p37"/>
          <p:cNvSpPr txBox="1"/>
          <p:nvPr/>
        </p:nvSpPr>
        <p:spPr>
          <a:xfrm>
            <a:off x="2093575" y="3252088"/>
            <a:ext cx="1903800" cy="11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28th</a:t>
            </a:r>
            <a:endParaRPr sz="5000">
              <a:latin typeface="Coming Soon"/>
              <a:ea typeface="Coming Soon"/>
              <a:cs typeface="Coming Soon"/>
              <a:sym typeface="Coming Soon"/>
            </a:endParaRPr>
          </a:p>
        </p:txBody>
      </p:sp>
      <p:sp>
        <p:nvSpPr>
          <p:cNvPr id="283" name="Google Shape;283;p37"/>
          <p:cNvSpPr txBox="1"/>
          <p:nvPr/>
        </p:nvSpPr>
        <p:spPr>
          <a:xfrm>
            <a:off x="5471225" y="3252100"/>
            <a:ext cx="1747200" cy="9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Coming Soon"/>
                <a:ea typeface="Coming Soon"/>
                <a:cs typeface="Coming Soon"/>
                <a:sym typeface="Coming Soon"/>
              </a:rPr>
              <a:t>2026</a:t>
            </a:r>
            <a:endParaRPr sz="5000">
              <a:latin typeface="Coming Soon"/>
              <a:ea typeface="Coming Soon"/>
              <a:cs typeface="Coming Soon"/>
              <a:sym typeface="Coming Soon"/>
            </a:endParaRPr>
          </a:p>
        </p:txBody>
      </p:sp>
      <p:pic>
        <p:nvPicPr>
          <p:cNvPr id="284" name="Google Shape;284;p37"/>
          <p:cNvPicPr preferRelativeResize="0"/>
          <p:nvPr/>
        </p:nvPicPr>
        <p:blipFill>
          <a:blip r:embed="rId5">
            <a:alphaModFix/>
          </a:blip>
          <a:stretch>
            <a:fillRect/>
          </a:stretch>
        </p:blipFill>
        <p:spPr>
          <a:xfrm>
            <a:off x="11865563" y="348000"/>
            <a:ext cx="1440000" cy="2008678"/>
          </a:xfrm>
          <a:prstGeom prst="rect">
            <a:avLst/>
          </a:prstGeom>
          <a:noFill/>
          <a:ln>
            <a:noFill/>
          </a:ln>
        </p:spPr>
      </p:pic>
      <p:pic>
        <p:nvPicPr>
          <p:cNvPr id="285" name="Google Shape;285;p37"/>
          <p:cNvPicPr preferRelativeResize="0"/>
          <p:nvPr/>
        </p:nvPicPr>
        <p:blipFill>
          <a:blip r:embed="rId6">
            <a:alphaModFix/>
          </a:blip>
          <a:stretch>
            <a:fillRect/>
          </a:stretch>
        </p:blipFill>
        <p:spPr>
          <a:xfrm>
            <a:off x="12279550" y="646588"/>
            <a:ext cx="1440000" cy="1971913"/>
          </a:xfrm>
          <a:prstGeom prst="rect">
            <a:avLst/>
          </a:prstGeom>
          <a:noFill/>
          <a:ln>
            <a:noFill/>
          </a:ln>
        </p:spPr>
      </p:pic>
      <p:pic>
        <p:nvPicPr>
          <p:cNvPr id="286" name="Google Shape;286;p37"/>
          <p:cNvPicPr preferRelativeResize="0"/>
          <p:nvPr/>
        </p:nvPicPr>
        <p:blipFill>
          <a:blip r:embed="rId7">
            <a:alphaModFix/>
          </a:blip>
          <a:stretch>
            <a:fillRect/>
          </a:stretch>
        </p:blipFill>
        <p:spPr>
          <a:xfrm>
            <a:off x="10735563" y="2285800"/>
            <a:ext cx="1440000" cy="1974582"/>
          </a:xfrm>
          <a:prstGeom prst="rect">
            <a:avLst/>
          </a:prstGeom>
          <a:noFill/>
          <a:ln>
            <a:noFill/>
          </a:ln>
        </p:spPr>
      </p:pic>
      <p:pic>
        <p:nvPicPr>
          <p:cNvPr id="287" name="Google Shape;287;p37"/>
          <p:cNvPicPr preferRelativeResize="0"/>
          <p:nvPr/>
        </p:nvPicPr>
        <p:blipFill>
          <a:blip r:embed="rId8">
            <a:alphaModFix/>
          </a:blip>
          <a:stretch>
            <a:fillRect/>
          </a:stretch>
        </p:blipFill>
        <p:spPr>
          <a:xfrm>
            <a:off x="11865563" y="227388"/>
            <a:ext cx="1440000" cy="1972437"/>
          </a:xfrm>
          <a:prstGeom prst="rect">
            <a:avLst/>
          </a:prstGeom>
          <a:noFill/>
          <a:ln>
            <a:noFill/>
          </a:ln>
        </p:spPr>
      </p:pic>
      <p:pic>
        <p:nvPicPr>
          <p:cNvPr id="288" name="Google Shape;288;p37"/>
          <p:cNvPicPr preferRelativeResize="0"/>
          <p:nvPr/>
        </p:nvPicPr>
        <p:blipFill>
          <a:blip r:embed="rId9">
            <a:alphaModFix/>
          </a:blip>
          <a:stretch>
            <a:fillRect/>
          </a:stretch>
        </p:blipFill>
        <p:spPr>
          <a:xfrm>
            <a:off x="11063888" y="1450450"/>
            <a:ext cx="1440000" cy="2017298"/>
          </a:xfrm>
          <a:prstGeom prst="rect">
            <a:avLst/>
          </a:prstGeom>
          <a:noFill/>
          <a:ln>
            <a:noFill/>
          </a:ln>
        </p:spPr>
      </p:pic>
      <p:pic>
        <p:nvPicPr>
          <p:cNvPr id="289" name="Google Shape;289;p37"/>
          <p:cNvPicPr preferRelativeResize="0"/>
          <p:nvPr/>
        </p:nvPicPr>
        <p:blipFill>
          <a:blip r:embed="rId10">
            <a:alphaModFix/>
          </a:blip>
          <a:stretch>
            <a:fillRect/>
          </a:stretch>
        </p:blipFill>
        <p:spPr>
          <a:xfrm>
            <a:off x="10425563" y="333050"/>
            <a:ext cx="1440000" cy="2038569"/>
          </a:xfrm>
          <a:prstGeom prst="rect">
            <a:avLst/>
          </a:prstGeom>
          <a:noFill/>
          <a:ln>
            <a:noFill/>
          </a:ln>
        </p:spPr>
      </p:pic>
      <p:pic>
        <p:nvPicPr>
          <p:cNvPr id="290" name="Google Shape;290;p37"/>
          <p:cNvPicPr preferRelativeResize="0"/>
          <p:nvPr/>
        </p:nvPicPr>
        <p:blipFill>
          <a:blip r:embed="rId11">
            <a:alphaModFix/>
          </a:blip>
          <a:stretch>
            <a:fillRect/>
          </a:stretch>
        </p:blipFill>
        <p:spPr>
          <a:xfrm>
            <a:off x="11940375" y="2127000"/>
            <a:ext cx="1440000" cy="2026304"/>
          </a:xfrm>
          <a:prstGeom prst="rect">
            <a:avLst/>
          </a:prstGeom>
          <a:noFill/>
          <a:ln>
            <a:noFill/>
          </a:ln>
        </p:spPr>
      </p:pic>
      <p:pic>
        <p:nvPicPr>
          <p:cNvPr id="291" name="Google Shape;291;p37"/>
          <p:cNvPicPr preferRelativeResize="0"/>
          <p:nvPr/>
        </p:nvPicPr>
        <p:blipFill>
          <a:blip r:embed="rId12">
            <a:alphaModFix/>
          </a:blip>
          <a:stretch>
            <a:fillRect/>
          </a:stretch>
        </p:blipFill>
        <p:spPr>
          <a:xfrm>
            <a:off x="3852000" y="2785775"/>
            <a:ext cx="1440000" cy="1989153"/>
          </a:xfrm>
          <a:prstGeom prst="rect">
            <a:avLst/>
          </a:prstGeom>
          <a:noFill/>
          <a:ln>
            <a:noFill/>
          </a:ln>
        </p:spPr>
      </p:pic>
      <p:pic>
        <p:nvPicPr>
          <p:cNvPr id="292" name="Google Shape;292;p37"/>
          <p:cNvPicPr preferRelativeResize="0"/>
          <p:nvPr/>
        </p:nvPicPr>
        <p:blipFill>
          <a:blip r:embed="rId13">
            <a:alphaModFix/>
          </a:blip>
          <a:stretch>
            <a:fillRect/>
          </a:stretch>
        </p:blipFill>
        <p:spPr>
          <a:xfrm>
            <a:off x="11613888" y="2624400"/>
            <a:ext cx="1440000" cy="2014507"/>
          </a:xfrm>
          <a:prstGeom prst="rect">
            <a:avLst/>
          </a:prstGeom>
          <a:noFill/>
          <a:ln>
            <a:noFill/>
          </a:ln>
        </p:spPr>
      </p:pic>
      <p:pic>
        <p:nvPicPr>
          <p:cNvPr id="293" name="Google Shape;293;p37"/>
          <p:cNvPicPr preferRelativeResize="0"/>
          <p:nvPr/>
        </p:nvPicPr>
        <p:blipFill>
          <a:blip r:embed="rId14">
            <a:alphaModFix/>
          </a:blip>
          <a:stretch>
            <a:fillRect/>
          </a:stretch>
        </p:blipFill>
        <p:spPr>
          <a:xfrm>
            <a:off x="12430988" y="1260300"/>
            <a:ext cx="1440000" cy="1991798"/>
          </a:xfrm>
          <a:prstGeom prst="rect">
            <a:avLst/>
          </a:prstGeom>
          <a:noFill/>
          <a:ln>
            <a:noFill/>
          </a:ln>
        </p:spPr>
      </p:pic>
      <p:pic>
        <p:nvPicPr>
          <p:cNvPr id="294" name="Google Shape;294;p37"/>
          <p:cNvPicPr preferRelativeResize="0"/>
          <p:nvPr/>
        </p:nvPicPr>
        <p:blipFill>
          <a:blip r:embed="rId15">
            <a:alphaModFix/>
          </a:blip>
          <a:stretch>
            <a:fillRect/>
          </a:stretch>
        </p:blipFill>
        <p:spPr>
          <a:xfrm>
            <a:off x="11180975" y="1922888"/>
            <a:ext cx="1440000" cy="2043475"/>
          </a:xfrm>
          <a:prstGeom prst="rect">
            <a:avLst/>
          </a:prstGeom>
          <a:noFill/>
          <a:ln>
            <a:noFill/>
          </a:ln>
        </p:spPr>
      </p:pic>
      <p:pic>
        <p:nvPicPr>
          <p:cNvPr id="295" name="Google Shape;295;p37"/>
          <p:cNvPicPr preferRelativeResize="0"/>
          <p:nvPr/>
        </p:nvPicPr>
        <p:blipFill>
          <a:blip r:embed="rId16">
            <a:alphaModFix/>
          </a:blip>
          <a:stretch>
            <a:fillRect/>
          </a:stretch>
        </p:blipFill>
        <p:spPr>
          <a:xfrm>
            <a:off x="11334063" y="1973025"/>
            <a:ext cx="1440000" cy="2025846"/>
          </a:xfrm>
          <a:prstGeom prst="rect">
            <a:avLst/>
          </a:prstGeom>
          <a:noFill/>
          <a:ln>
            <a:noFill/>
          </a:ln>
        </p:spPr>
      </p:pic>
      <p:sp>
        <p:nvSpPr>
          <p:cNvPr id="296" name="Google Shape;296;p37">
            <a:hlinkClick action="ppaction://hlinksldjump" r:id="rId17"/>
          </p:cNvPr>
          <p:cNvSpPr/>
          <p:nvPr/>
        </p:nvSpPr>
        <p:spPr>
          <a:xfrm>
            <a:off x="7478375" y="3747175"/>
            <a:ext cx="1167000" cy="70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38"/>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302" name="Google Shape;302;p38"/>
          <p:cNvPicPr preferRelativeResize="0"/>
          <p:nvPr/>
        </p:nvPicPr>
        <p:blipFill>
          <a:blip r:embed="rId4">
            <a:alphaModFix/>
          </a:blip>
          <a:stretch>
            <a:fillRect/>
          </a:stretch>
        </p:blipFill>
        <p:spPr>
          <a:xfrm>
            <a:off x="3184206" y="391325"/>
            <a:ext cx="673626" cy="770698"/>
          </a:xfrm>
          <a:prstGeom prst="rect">
            <a:avLst/>
          </a:prstGeom>
          <a:noFill/>
          <a:ln>
            <a:noFill/>
          </a:ln>
        </p:spPr>
      </p:pic>
      <p:pic>
        <p:nvPicPr>
          <p:cNvPr id="303" name="Google Shape;303;p38"/>
          <p:cNvPicPr preferRelativeResize="0"/>
          <p:nvPr/>
        </p:nvPicPr>
        <p:blipFill>
          <a:blip r:embed="rId4">
            <a:alphaModFix/>
          </a:blip>
          <a:stretch>
            <a:fillRect/>
          </a:stretch>
        </p:blipFill>
        <p:spPr>
          <a:xfrm>
            <a:off x="3098656" y="1027125"/>
            <a:ext cx="673626" cy="770698"/>
          </a:xfrm>
          <a:prstGeom prst="rect">
            <a:avLst/>
          </a:prstGeom>
          <a:noFill/>
          <a:ln>
            <a:noFill/>
          </a:ln>
        </p:spPr>
      </p:pic>
      <p:pic>
        <p:nvPicPr>
          <p:cNvPr id="304" name="Google Shape;304;p38"/>
          <p:cNvPicPr preferRelativeResize="0"/>
          <p:nvPr/>
        </p:nvPicPr>
        <p:blipFill>
          <a:blip r:embed="rId4">
            <a:alphaModFix/>
          </a:blip>
          <a:stretch>
            <a:fillRect/>
          </a:stretch>
        </p:blipFill>
        <p:spPr>
          <a:xfrm>
            <a:off x="3098656" y="1694950"/>
            <a:ext cx="673626" cy="7706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39"/>
          <p:cNvPicPr preferRelativeResize="0"/>
          <p:nvPr/>
        </p:nvPicPr>
        <p:blipFill>
          <a:blip r:embed="rId3">
            <a:alphaModFix/>
          </a:blip>
          <a:stretch>
            <a:fillRect/>
          </a:stretch>
        </p:blipFill>
        <p:spPr>
          <a:xfrm>
            <a:off x="635575" y="53500"/>
            <a:ext cx="7872838"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0"/>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315" name="Google Shape;315;p40"/>
          <p:cNvPicPr preferRelativeResize="0"/>
          <p:nvPr/>
        </p:nvPicPr>
        <p:blipFill>
          <a:blip r:embed="rId4">
            <a:alphaModFix/>
          </a:blip>
          <a:stretch>
            <a:fillRect/>
          </a:stretch>
        </p:blipFill>
        <p:spPr>
          <a:xfrm>
            <a:off x="3109356" y="380625"/>
            <a:ext cx="673626" cy="770698"/>
          </a:xfrm>
          <a:prstGeom prst="rect">
            <a:avLst/>
          </a:prstGeom>
          <a:noFill/>
          <a:ln>
            <a:noFill/>
          </a:ln>
        </p:spPr>
      </p:pic>
      <p:pic>
        <p:nvPicPr>
          <p:cNvPr id="316" name="Google Shape;316;p40"/>
          <p:cNvPicPr preferRelativeResize="0"/>
          <p:nvPr/>
        </p:nvPicPr>
        <p:blipFill>
          <a:blip r:embed="rId4">
            <a:alphaModFix/>
          </a:blip>
          <a:stretch>
            <a:fillRect/>
          </a:stretch>
        </p:blipFill>
        <p:spPr>
          <a:xfrm>
            <a:off x="3055881" y="1027125"/>
            <a:ext cx="673626" cy="770698"/>
          </a:xfrm>
          <a:prstGeom prst="rect">
            <a:avLst/>
          </a:prstGeom>
          <a:noFill/>
          <a:ln>
            <a:noFill/>
          </a:ln>
        </p:spPr>
      </p:pic>
      <p:pic>
        <p:nvPicPr>
          <p:cNvPr id="317" name="Google Shape;317;p40"/>
          <p:cNvPicPr preferRelativeResize="0"/>
          <p:nvPr/>
        </p:nvPicPr>
        <p:blipFill>
          <a:blip r:embed="rId4">
            <a:alphaModFix/>
          </a:blip>
          <a:stretch>
            <a:fillRect/>
          </a:stretch>
        </p:blipFill>
        <p:spPr>
          <a:xfrm>
            <a:off x="3055881" y="1673575"/>
            <a:ext cx="673626" cy="770698"/>
          </a:xfrm>
          <a:prstGeom prst="rect">
            <a:avLst/>
          </a:prstGeom>
          <a:noFill/>
          <a:ln>
            <a:noFill/>
          </a:ln>
        </p:spPr>
      </p:pic>
      <p:pic>
        <p:nvPicPr>
          <p:cNvPr id="318" name="Google Shape;318;p40"/>
          <p:cNvPicPr preferRelativeResize="0"/>
          <p:nvPr/>
        </p:nvPicPr>
        <p:blipFill>
          <a:blip r:embed="rId4">
            <a:alphaModFix/>
          </a:blip>
          <a:stretch>
            <a:fillRect/>
          </a:stretch>
        </p:blipFill>
        <p:spPr>
          <a:xfrm>
            <a:off x="3109356" y="2326650"/>
            <a:ext cx="673626" cy="77069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41"/>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324" name="Google Shape;324;p41"/>
          <p:cNvPicPr preferRelativeResize="0"/>
          <p:nvPr/>
        </p:nvPicPr>
        <p:blipFill>
          <a:blip r:embed="rId4">
            <a:alphaModFix/>
          </a:blip>
          <a:stretch>
            <a:fillRect/>
          </a:stretch>
        </p:blipFill>
        <p:spPr>
          <a:xfrm>
            <a:off x="3141456" y="380625"/>
            <a:ext cx="673626" cy="770698"/>
          </a:xfrm>
          <a:prstGeom prst="rect">
            <a:avLst/>
          </a:prstGeom>
          <a:noFill/>
          <a:ln>
            <a:noFill/>
          </a:ln>
        </p:spPr>
      </p:pic>
      <p:pic>
        <p:nvPicPr>
          <p:cNvPr id="325" name="Google Shape;325;p41"/>
          <p:cNvPicPr preferRelativeResize="0"/>
          <p:nvPr/>
        </p:nvPicPr>
        <p:blipFill>
          <a:blip r:embed="rId4">
            <a:alphaModFix/>
          </a:blip>
          <a:stretch>
            <a:fillRect/>
          </a:stretch>
        </p:blipFill>
        <p:spPr>
          <a:xfrm>
            <a:off x="3087981" y="1037800"/>
            <a:ext cx="673626" cy="770698"/>
          </a:xfrm>
          <a:prstGeom prst="rect">
            <a:avLst/>
          </a:prstGeom>
          <a:noFill/>
          <a:ln>
            <a:noFill/>
          </a:ln>
        </p:spPr>
      </p:pic>
      <p:pic>
        <p:nvPicPr>
          <p:cNvPr id="326" name="Google Shape;326;p41"/>
          <p:cNvPicPr preferRelativeResize="0"/>
          <p:nvPr/>
        </p:nvPicPr>
        <p:blipFill>
          <a:blip r:embed="rId4">
            <a:alphaModFix/>
          </a:blip>
          <a:stretch>
            <a:fillRect/>
          </a:stretch>
        </p:blipFill>
        <p:spPr>
          <a:xfrm>
            <a:off x="3087981" y="1705650"/>
            <a:ext cx="673626" cy="770698"/>
          </a:xfrm>
          <a:prstGeom prst="rect">
            <a:avLst/>
          </a:prstGeom>
          <a:noFill/>
          <a:ln>
            <a:noFill/>
          </a:ln>
        </p:spPr>
      </p:pic>
      <p:pic>
        <p:nvPicPr>
          <p:cNvPr id="327" name="Google Shape;327;p41"/>
          <p:cNvPicPr preferRelativeResize="0"/>
          <p:nvPr/>
        </p:nvPicPr>
        <p:blipFill>
          <a:blip r:embed="rId4">
            <a:alphaModFix/>
          </a:blip>
          <a:stretch>
            <a:fillRect/>
          </a:stretch>
        </p:blipFill>
        <p:spPr>
          <a:xfrm>
            <a:off x="3023806" y="2337350"/>
            <a:ext cx="673626" cy="770698"/>
          </a:xfrm>
          <a:prstGeom prst="rect">
            <a:avLst/>
          </a:prstGeom>
          <a:noFill/>
          <a:ln>
            <a:noFill/>
          </a:ln>
        </p:spPr>
      </p:pic>
      <p:pic>
        <p:nvPicPr>
          <p:cNvPr id="328" name="Google Shape;328;p41"/>
          <p:cNvPicPr preferRelativeResize="0"/>
          <p:nvPr/>
        </p:nvPicPr>
        <p:blipFill>
          <a:blip r:embed="rId4">
            <a:alphaModFix/>
          </a:blip>
          <a:stretch>
            <a:fillRect/>
          </a:stretch>
        </p:blipFill>
        <p:spPr>
          <a:xfrm>
            <a:off x="3087981" y="2951725"/>
            <a:ext cx="673626" cy="77069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descr="Get ready to celebrate with a fun and active 4th of July Brain Break Party! This high-energy brain break for kids is packed with patriotic movement games, dancing, jumping, mini games, and Fourth of July fun.&#10;&#10;Kids will move along with their favorite 4th of July characters as they jump, dance, freeze, play, and celebrate Independence Day!&#10;&#10;This 4th of July brain break party includes:&#10;&#10;🇺🇸 4th of July Jump Battle – choose your favorite patriotic character and jump to help them win&#10;🎶 4th of July Freeze Dance – dance along, then freeze when the music stops&#10;🎆 Fun Mini Games – move, react, and complete exciting Fourth of July challenges&#10;⭐ More Brain Break Fun – stay active with festive summer movement games&#10;&#10;Perfect for classrooms, summer camps, PE warm-ups, indoor recess, or anytime kids need a fun movement break.&#10;&#10;In this brain break, kids will:&#10;&#10;Jump with 4th of July characters&#10;Dance and freeze to the music&#10;Play fun mini games&#10;Move, react, and stay active&#10;Celebrate the Fourth of July with fireworks, music, and fun&#10;&#10;Perfect for:&#10;✔ Brain breaks for kids&#10;✔ 4th of July brain break activities&#10;✔ Fourth of July movement games&#10;✔ Freeze dance games&#10;✔ Jump battle brain breaks&#10;✔ Classroom brain breaks&#10;✔ Kids exercise and movement&#10;&#10;If you’re looking for brain break, 4th of July brain break, Fourth of July brain break, brain breaks for kids, freeze dance, or fun Independence Day movement games, this 4th of July Brain Break Party is the perfect way to get kids moving and celebrating!&#10;&#10;Inspired by fun and energetic movement videos like Danny Go, this brain break keeps kids active, focused, and excited from start to finish.&#10;&#10;🇺🇸🎆 Press play and join the 4th of July Brain Break Party!&#10;&#10;#brainbreak #4thofjuly #freezedance" id="333" name="Google Shape;333;p42" title="4th of July Brain Break Party 🇺🇸🎆 Jump Battle, Freeze Dance &amp; More!">
            <a:hlinkClick r:id="rId3"/>
          </p:cNvPr>
          <p:cNvPicPr preferRelativeResize="0"/>
          <p:nvPr/>
        </p:nvPicPr>
        <p:blipFill>
          <a:blip r:embed="rId4">
            <a:alphaModFix/>
          </a:blip>
          <a:stretch>
            <a:fillRect/>
          </a:stretch>
        </p:blipFill>
        <p:spPr>
          <a:xfrm>
            <a:off x="152400" y="152400"/>
            <a:ext cx="7186275" cy="4042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43"/>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339" name="Google Shape;339;p43"/>
          <p:cNvPicPr preferRelativeResize="0"/>
          <p:nvPr/>
        </p:nvPicPr>
        <p:blipFill>
          <a:blip r:embed="rId4">
            <a:alphaModFix/>
          </a:blip>
          <a:stretch>
            <a:fillRect/>
          </a:stretch>
        </p:blipFill>
        <p:spPr>
          <a:xfrm>
            <a:off x="3141456" y="380625"/>
            <a:ext cx="673626" cy="770698"/>
          </a:xfrm>
          <a:prstGeom prst="rect">
            <a:avLst/>
          </a:prstGeom>
          <a:noFill/>
          <a:ln>
            <a:noFill/>
          </a:ln>
        </p:spPr>
      </p:pic>
      <p:pic>
        <p:nvPicPr>
          <p:cNvPr id="340" name="Google Shape;340;p43"/>
          <p:cNvPicPr preferRelativeResize="0"/>
          <p:nvPr/>
        </p:nvPicPr>
        <p:blipFill>
          <a:blip r:embed="rId4">
            <a:alphaModFix/>
          </a:blip>
          <a:stretch>
            <a:fillRect/>
          </a:stretch>
        </p:blipFill>
        <p:spPr>
          <a:xfrm>
            <a:off x="3087981" y="1037800"/>
            <a:ext cx="673626" cy="770698"/>
          </a:xfrm>
          <a:prstGeom prst="rect">
            <a:avLst/>
          </a:prstGeom>
          <a:noFill/>
          <a:ln>
            <a:noFill/>
          </a:ln>
        </p:spPr>
      </p:pic>
      <p:pic>
        <p:nvPicPr>
          <p:cNvPr id="341" name="Google Shape;341;p43"/>
          <p:cNvPicPr preferRelativeResize="0"/>
          <p:nvPr/>
        </p:nvPicPr>
        <p:blipFill>
          <a:blip r:embed="rId4">
            <a:alphaModFix/>
          </a:blip>
          <a:stretch>
            <a:fillRect/>
          </a:stretch>
        </p:blipFill>
        <p:spPr>
          <a:xfrm>
            <a:off x="3087981" y="1705650"/>
            <a:ext cx="673626" cy="770698"/>
          </a:xfrm>
          <a:prstGeom prst="rect">
            <a:avLst/>
          </a:prstGeom>
          <a:noFill/>
          <a:ln>
            <a:noFill/>
          </a:ln>
        </p:spPr>
      </p:pic>
      <p:pic>
        <p:nvPicPr>
          <p:cNvPr id="342" name="Google Shape;342;p43"/>
          <p:cNvPicPr preferRelativeResize="0"/>
          <p:nvPr/>
        </p:nvPicPr>
        <p:blipFill>
          <a:blip r:embed="rId4">
            <a:alphaModFix/>
          </a:blip>
          <a:stretch>
            <a:fillRect/>
          </a:stretch>
        </p:blipFill>
        <p:spPr>
          <a:xfrm>
            <a:off x="3023806" y="2337350"/>
            <a:ext cx="673626" cy="770698"/>
          </a:xfrm>
          <a:prstGeom prst="rect">
            <a:avLst/>
          </a:prstGeom>
          <a:noFill/>
          <a:ln>
            <a:noFill/>
          </a:ln>
        </p:spPr>
      </p:pic>
      <p:pic>
        <p:nvPicPr>
          <p:cNvPr id="343" name="Google Shape;343;p43"/>
          <p:cNvPicPr preferRelativeResize="0"/>
          <p:nvPr/>
        </p:nvPicPr>
        <p:blipFill>
          <a:blip r:embed="rId4">
            <a:alphaModFix/>
          </a:blip>
          <a:stretch>
            <a:fillRect/>
          </a:stretch>
        </p:blipFill>
        <p:spPr>
          <a:xfrm>
            <a:off x="3087981" y="2951725"/>
            <a:ext cx="673626" cy="770698"/>
          </a:xfrm>
          <a:prstGeom prst="rect">
            <a:avLst/>
          </a:prstGeom>
          <a:noFill/>
          <a:ln>
            <a:noFill/>
          </a:ln>
        </p:spPr>
      </p:pic>
      <p:pic>
        <p:nvPicPr>
          <p:cNvPr id="344" name="Google Shape;344;p43"/>
          <p:cNvPicPr preferRelativeResize="0"/>
          <p:nvPr/>
        </p:nvPicPr>
        <p:blipFill>
          <a:blip r:embed="rId4">
            <a:alphaModFix/>
          </a:blip>
          <a:stretch>
            <a:fillRect/>
          </a:stretch>
        </p:blipFill>
        <p:spPr>
          <a:xfrm>
            <a:off x="3087981" y="3636900"/>
            <a:ext cx="673626" cy="7706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Perfect for teachers and parents, GriffinOT's sensory diet calm brain breaks will help children to re-organise and focus.  Koala, monkey and frog guide children through short slow movement sequences.  These include breathing and yoga poses.  The videos can be used in the classroom or at home.  These animations are perfect to be used as a part of a sensory diet for pre-schools and school aged children who need to calm and focus.&#10;&#10;If you want to learn more about sensory processing and the impact it can have in the classroom, then join our online sensory training!&#10;https://www.griffinot.com/sensory-processing-disorder-training/&#10;&#10;If you want to learn more here's a few of our website links:&#10;&#10;Using Sensory Diets Successfully - Including Free Printable Cards&#10;https://www.griffinot.com/sensory-diets-using-them-successfully/&#10;&#10;Tips for Successful Movement Breaks&#10;https://www.griffinot.com/sensory-movement-breaks-tips-for-success/&#10;&#10;Supporting Regulation in the Classroom&#10;https://www.griffinot.com/sensory-strategies-and-supports-for-the-classroom/&#10;&#10;The Mystery of Heavy Work Heavy Work &#10;https://www.griffinot.com/the-mystery-of-heavy-work/&#10;&#10;#sensorydiet #sensoryprocessing #brainbreak&#10;&#10;Artwork and animation by Alice Chau @purpledream98&#10;&#10;Music - Purple Planet" id="349" name="Google Shape;349;p44" title="Sensory Brain Breaks - Moment of Calm and Meditation no. 2 (3 minutes)">
            <a:hlinkClick r:id="rId3"/>
          </p:cNvPr>
          <p:cNvPicPr preferRelativeResize="0"/>
          <p:nvPr/>
        </p:nvPicPr>
        <p:blipFill>
          <a:blip r:embed="rId4">
            <a:alphaModFix/>
          </a:blip>
          <a:stretch>
            <a:fillRect/>
          </a:stretch>
        </p:blipFill>
        <p:spPr>
          <a:xfrm>
            <a:off x="152400" y="152400"/>
            <a:ext cx="7215325" cy="405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45"/>
          <p:cNvPicPr preferRelativeResize="0"/>
          <p:nvPr/>
        </p:nvPicPr>
        <p:blipFill>
          <a:blip r:embed="rId3">
            <a:alphaModFix/>
          </a:blip>
          <a:stretch>
            <a:fillRect/>
          </a:stretch>
        </p:blipFill>
        <p:spPr>
          <a:xfrm>
            <a:off x="0" y="6275"/>
            <a:ext cx="3548515" cy="5143500"/>
          </a:xfrm>
          <a:prstGeom prst="rect">
            <a:avLst/>
          </a:prstGeom>
          <a:noFill/>
          <a:ln>
            <a:noFill/>
          </a:ln>
        </p:spPr>
      </p:pic>
      <p:pic>
        <p:nvPicPr>
          <p:cNvPr id="355" name="Google Shape;355;p45"/>
          <p:cNvPicPr preferRelativeResize="0"/>
          <p:nvPr/>
        </p:nvPicPr>
        <p:blipFill>
          <a:blip r:embed="rId4">
            <a:alphaModFix/>
          </a:blip>
          <a:stretch>
            <a:fillRect/>
          </a:stretch>
        </p:blipFill>
        <p:spPr>
          <a:xfrm>
            <a:off x="3141456" y="380625"/>
            <a:ext cx="673626" cy="770698"/>
          </a:xfrm>
          <a:prstGeom prst="rect">
            <a:avLst/>
          </a:prstGeom>
          <a:noFill/>
          <a:ln>
            <a:noFill/>
          </a:ln>
        </p:spPr>
      </p:pic>
      <p:pic>
        <p:nvPicPr>
          <p:cNvPr id="356" name="Google Shape;356;p45"/>
          <p:cNvPicPr preferRelativeResize="0"/>
          <p:nvPr/>
        </p:nvPicPr>
        <p:blipFill>
          <a:blip r:embed="rId4">
            <a:alphaModFix/>
          </a:blip>
          <a:stretch>
            <a:fillRect/>
          </a:stretch>
        </p:blipFill>
        <p:spPr>
          <a:xfrm>
            <a:off x="3087981" y="1037800"/>
            <a:ext cx="673626" cy="770698"/>
          </a:xfrm>
          <a:prstGeom prst="rect">
            <a:avLst/>
          </a:prstGeom>
          <a:noFill/>
          <a:ln>
            <a:noFill/>
          </a:ln>
        </p:spPr>
      </p:pic>
      <p:pic>
        <p:nvPicPr>
          <p:cNvPr id="357" name="Google Shape;357;p45"/>
          <p:cNvPicPr preferRelativeResize="0"/>
          <p:nvPr/>
        </p:nvPicPr>
        <p:blipFill>
          <a:blip r:embed="rId4">
            <a:alphaModFix/>
          </a:blip>
          <a:stretch>
            <a:fillRect/>
          </a:stretch>
        </p:blipFill>
        <p:spPr>
          <a:xfrm>
            <a:off x="3087981" y="1705650"/>
            <a:ext cx="673626" cy="770698"/>
          </a:xfrm>
          <a:prstGeom prst="rect">
            <a:avLst/>
          </a:prstGeom>
          <a:noFill/>
          <a:ln>
            <a:noFill/>
          </a:ln>
        </p:spPr>
      </p:pic>
      <p:pic>
        <p:nvPicPr>
          <p:cNvPr id="358" name="Google Shape;358;p45"/>
          <p:cNvPicPr preferRelativeResize="0"/>
          <p:nvPr/>
        </p:nvPicPr>
        <p:blipFill>
          <a:blip r:embed="rId4">
            <a:alphaModFix/>
          </a:blip>
          <a:stretch>
            <a:fillRect/>
          </a:stretch>
        </p:blipFill>
        <p:spPr>
          <a:xfrm>
            <a:off x="3023806" y="2337350"/>
            <a:ext cx="673626" cy="770698"/>
          </a:xfrm>
          <a:prstGeom prst="rect">
            <a:avLst/>
          </a:prstGeom>
          <a:noFill/>
          <a:ln>
            <a:noFill/>
          </a:ln>
        </p:spPr>
      </p:pic>
      <p:pic>
        <p:nvPicPr>
          <p:cNvPr id="359" name="Google Shape;359;p45"/>
          <p:cNvPicPr preferRelativeResize="0"/>
          <p:nvPr/>
        </p:nvPicPr>
        <p:blipFill>
          <a:blip r:embed="rId4">
            <a:alphaModFix/>
          </a:blip>
          <a:stretch>
            <a:fillRect/>
          </a:stretch>
        </p:blipFill>
        <p:spPr>
          <a:xfrm>
            <a:off x="3087981" y="2951725"/>
            <a:ext cx="673626" cy="770698"/>
          </a:xfrm>
          <a:prstGeom prst="rect">
            <a:avLst/>
          </a:prstGeom>
          <a:noFill/>
          <a:ln>
            <a:noFill/>
          </a:ln>
        </p:spPr>
      </p:pic>
      <p:pic>
        <p:nvPicPr>
          <p:cNvPr id="360" name="Google Shape;360;p45"/>
          <p:cNvPicPr preferRelativeResize="0"/>
          <p:nvPr/>
        </p:nvPicPr>
        <p:blipFill>
          <a:blip r:embed="rId4">
            <a:alphaModFix/>
          </a:blip>
          <a:stretch>
            <a:fillRect/>
          </a:stretch>
        </p:blipFill>
        <p:spPr>
          <a:xfrm>
            <a:off x="3087981" y="3636900"/>
            <a:ext cx="673626" cy="770698"/>
          </a:xfrm>
          <a:prstGeom prst="rect">
            <a:avLst/>
          </a:prstGeom>
          <a:noFill/>
          <a:ln>
            <a:noFill/>
          </a:ln>
        </p:spPr>
      </p:pic>
      <p:pic>
        <p:nvPicPr>
          <p:cNvPr id="361" name="Google Shape;361;p45"/>
          <p:cNvPicPr preferRelativeResize="0"/>
          <p:nvPr/>
        </p:nvPicPr>
        <p:blipFill>
          <a:blip r:embed="rId4">
            <a:alphaModFix/>
          </a:blip>
          <a:stretch>
            <a:fillRect/>
          </a:stretch>
        </p:blipFill>
        <p:spPr>
          <a:xfrm>
            <a:off x="2975731" y="4294075"/>
            <a:ext cx="673626" cy="7706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67" name="Google Shape;367;p4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